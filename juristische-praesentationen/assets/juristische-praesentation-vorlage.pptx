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4b5dbd562147a5" /><Relationship Type="http://schemas.openxmlformats.org/officeDocument/2006/relationships/extended-properties" Target="/docProps/app.xml" Id="Re4456a45bc194b20" /><Relationship Type="http://schemas.openxmlformats.org/officeDocument/2006/relationships/officeDocument" Target="/ppt/presentation.xml" Id="Rd656eeb77d444c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04ff1a94304bbc"/>
  </p:sldMasterIdLst>
  <p:notesMasterIdLst>
    <p:notesMasterId xmlns:r="http://schemas.openxmlformats.org/officeDocument/2006/relationships" r:id="R987181d79a7148d6"/>
  </p:notesMasterIdLst>
  <p:sldIdLst>
    <p:sldId xmlns:r="http://schemas.openxmlformats.org/officeDocument/2006/relationships" id="256" r:id="R1d6087b871ec4329"/>
    <p:sldId xmlns:r="http://schemas.openxmlformats.org/officeDocument/2006/relationships" id="257" r:id="Rf2abe5babb7d42c9"/>
    <p:sldId xmlns:r="http://schemas.openxmlformats.org/officeDocument/2006/relationships" id="258" r:id="Rdbff6233d87b4d92"/>
    <p:sldId xmlns:r="http://schemas.openxmlformats.org/officeDocument/2006/relationships" id="259" r:id="Re1f0d6651aa747b7"/>
    <p:sldId xmlns:r="http://schemas.openxmlformats.org/officeDocument/2006/relationships" id="260" r:id="R351d019127eb46f0"/>
    <p:sldId xmlns:r="http://schemas.openxmlformats.org/officeDocument/2006/relationships" id="261" r:id="Rea3af1b546c34955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Designformatvorlage 1 - Akz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8801f61ba64e72" /><Relationship Type="http://schemas.openxmlformats.org/officeDocument/2006/relationships/slideMaster" Target="/ppt/slideMasters/slideMaster1.xml" Id="R3b04ff1a94304bbc" /><Relationship Type="http://schemas.openxmlformats.org/officeDocument/2006/relationships/notesMaster" Target="/ppt/notesMasters/notesMaster1.xml" Id="R987181d79a7148d6" /><Relationship Type="http://schemas.openxmlformats.org/officeDocument/2006/relationships/presProps" Target="/ppt/presProps.xml" Id="Ra8a13c24b75d4b80" /><Relationship Type="http://schemas.openxmlformats.org/officeDocument/2006/relationships/viewProps" Target="/ppt/viewProps.xml" Id="Rf386f80880e34d63" /><Relationship Type="http://schemas.openxmlformats.org/officeDocument/2006/relationships/tableStyles" Target="/ppt/tableStyles.xml" Id="R884a76c4caa14209" /><Relationship Type="http://schemas.openxmlformats.org/officeDocument/2006/relationships/slide" Target="/ppt/slides/slide1.xml" Id="R1d6087b871ec4329" /><Relationship Type="http://schemas.openxmlformats.org/officeDocument/2006/relationships/slide" Target="/ppt/slides/slide2.xml" Id="Rf2abe5babb7d42c9" /><Relationship Type="http://schemas.openxmlformats.org/officeDocument/2006/relationships/slide" Target="/ppt/slides/slide3.xml" Id="Rdbff6233d87b4d92" /><Relationship Type="http://schemas.openxmlformats.org/officeDocument/2006/relationships/slide" Target="/ppt/slides/slide4.xml" Id="Re1f0d6651aa747b7" /><Relationship Type="http://schemas.openxmlformats.org/officeDocument/2006/relationships/slide" Target="/ppt/slides/slide5.xml" Id="R351d019127eb46f0" /><Relationship Type="http://schemas.openxmlformats.org/officeDocument/2006/relationships/slide" Target="/ppt/slides/slide6.xml" Id="Rea3af1b546c349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34f885bc3045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Juristische Präsentation_PPTX">
  <a:themeElements>
    <a:clrScheme name="Juristische Präsentation Palette">
      <a:dk1>
        <a:srgbClr val="19243F"/>
      </a:dk1>
      <a:lt1>
        <a:srgbClr val="F7F7F7"/>
      </a:lt1>
      <a:dk2>
        <a:srgbClr val="000000"/>
      </a:dk2>
      <a:lt2>
        <a:srgbClr val="EA5474"/>
      </a:lt2>
      <a:accent1>
        <a:srgbClr val="19243F"/>
      </a:accent1>
      <a:accent2>
        <a:srgbClr val="626078"/>
      </a:accent2>
      <a:accent3>
        <a:srgbClr val="8A334A"/>
      </a:accent3>
      <a:accent4>
        <a:srgbClr val="F4A2AC"/>
      </a:accent4>
      <a:accent5>
        <a:srgbClr val="E5E2E2"/>
      </a:accent5>
      <a:accent6>
        <a:srgbClr val="FCFBFC"/>
      </a:accent6>
      <a:hlink>
        <a:srgbClr val="626078"/>
      </a:hlink>
      <a:folHlink>
        <a:srgbClr val="19243F"/>
      </a:folHlink>
    </a:clrScheme>
    <a:fontScheme name="Custom 67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Juristische Präsentation Palett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>
          <a:solidFill>
            <a:schemeClr val="phClr"/>
          </a:solidFill>
          <a:prstDash val="solid"/>
        </a:ln>
        <a:ln w="10795">
          <a:solidFill>
            <a:schemeClr val="phClr"/>
          </a:solidFill>
          <a:prstDash val="solid"/>
        </a:ln>
        <a:ln w="17145">
          <a:solidFill>
            <a:schemeClr val="phClr">
              <a:shade val="95000"/>
              <a:satMod val="150000"/>
              <a:alpha val="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7d529bf13e4bc3" /><Relationship Type="http://schemas.openxmlformats.org/officeDocument/2006/relationships/notesMaster" Target="/ppt/notesMasters/notesMaster1.xml" Id="Rf7a40c1fd8554c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bf848bcbd2448e" /><Relationship Type="http://schemas.openxmlformats.org/officeDocument/2006/relationships/notesMaster" Target="/ppt/notesMasters/notesMaster1.xml" Id="Rae41ae514db74b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a8d5fea2154398" /><Relationship Type="http://schemas.openxmlformats.org/officeDocument/2006/relationships/notesMaster" Target="/ppt/notesMasters/notesMaster1.xml" Id="R616f6b8341c246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3d88ee0c064819" /><Relationship Type="http://schemas.openxmlformats.org/officeDocument/2006/relationships/notesMaster" Target="/ppt/notesMasters/notesMaster1.xml" Id="R5ef4dc21f1ad41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4a9c57c7594fda" /><Relationship Type="http://schemas.openxmlformats.org/officeDocument/2006/relationships/notesMaster" Target="/ppt/notesMasters/notesMaster1.xml" Id="R952b2a6f30624a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11b318b8cb4ba3" /><Relationship Type="http://schemas.openxmlformats.org/officeDocument/2006/relationships/notesMaster" Target="/ppt/notesMasters/notesMaster1.xml" Id="Re10701548a5347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Gestaltungsvorlage, keine rechtliche Aussage. Die Einstiegsfolie ist optional. Bei knapper Vortragszeit direkt mit der Titelfolie beginnen.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Thema, Anlass und Datum einsetzen. Publikum und verfügbare Redezeit vor der Ausarbeitung klären. Die vorhandenen Bildhintergründe, Farben und Layouts können verwendet werden.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Nur die für das Publikum entscheidende Rechtsfrage zeigen. Den ausformulierten Sprechtext sowie überprüfte Fundstellen und die Grenzen der Aussage in diese Notizen eintragen.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Sachverhalt, rechtlichen Maßstab und eigene Bewertung erkennbar trennen. Nur benötigte Aussagen verwenden; lange Zitate und vollständige Begründungen in die Notizen oder den Anhang auslagern.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Diese zehn Themenfelder sind Gestaltungsmuster, keine vorgeschriebene Agenda. Für einen konkreten Vortrag nur die benötigten Felder behalten und Reihenfolge, Nummerierung und Zeitplanung anpassen.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Offene Fragen aufnehmen und den nächsten vereinbarten Schritt nennen. Persönliche Kontaktdaten nur nach Freigabe einsetzen. Vor Weitergabe auch Notizen und Dokumenteigenschaften prüfen.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10919fa2c46df" /><Relationship Type="http://schemas.openxmlformats.org/officeDocument/2006/relationships/image" Target="/ppt/media/image.emf" Id="Rcad682a0f32a46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f3e78fd034e64" /><Relationship Type="http://schemas.openxmlformats.org/officeDocument/2006/relationships/image" Target="/ppt/media/image.png" Id="R4baf4291bef44f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1b93577f704d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a345dd7fd47b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8f6bbef5d408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1bf68d54c414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dc5a61872248a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34a5d5952c444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4b94fd0e2494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29ab78b9914ec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7da72b09b3410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94433cd04a471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f7aa1f8f3455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3777eea7ab423a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15181ff3aa406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07912988641dc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dfa7b4e43cd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f0cb84977b482f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cf864ead14479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a9fbf6e1074968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4128ac8c7d436a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523518e8243d9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381c965974b23" /></Relationships>
</file>

<file path=ppt/slideLayouts/slideLayout1.xml><?xml version="1.0" encoding="utf-8"?>
<p:sldLayout xmlns:p="http://schemas.openxmlformats.org/presentationml/2006/main" preserve="1">
  <p:cSld name="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 hidden="1">
            <a:extLst xmlns:a="http://schemas.openxmlformats.org/drawingml/2006/main">
              <a:ext uri="{FF2B5EF4-FFF2-40B4-BE49-F238E27FC236}">
                <a16:creationId xmlns:a16="http://schemas.microsoft.com/office/drawing/2014/main" id="{5D62C05C-F21E-4878-9AC5-74C0CA2C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45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pic>
        <p:nvPicPr>
          <p:cNvPr id="7" name="Grafik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682a0f32a46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 hidden="1">
            <a:extLst xmlns:a="http://schemas.openxmlformats.org/drawingml/2006/main">
              <a:ext uri="{FF2B5EF4-FFF2-40B4-BE49-F238E27FC236}">
                <a16:creationId xmlns:a16="http://schemas.microsoft.com/office/drawing/2014/main" id="{5AA0C7A0-F5FE-4492-A105-A392513E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25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pic>
        <p:nvPicPr>
          <p:cNvPr id="7" name="Grafik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f4291bef44f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AC21A24-5651-4C2C-BE29-B4D6F35BB2E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11164" y="1893040"/>
            <a:ext cx="5905500" cy="777008"/>
          </a:xfr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25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Titel der Präsentation</a:t>
            </a:r>
            <a:br/>
            <a:r>
              <a:t>auch bei Bedarf zweizeilig möglich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51FD037-82ED-4736-B1B4-E47F15864667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11164" y="2739440"/>
            <a:ext cx="5905500" cy="3634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 xmlns:a="http://schemas.openxmlformats.org/drawingml/2006/main">
            <a:r>
              <a:t>Ort, Datum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Zitat (1)"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 hidden="1">
            <a:extLst xmlns:a="http://schemas.openxmlformats.org/drawingml/2006/main">
              <a:ext uri="{FF2B5EF4-FFF2-40B4-BE49-F238E27FC236}">
                <a16:creationId xmlns:a16="http://schemas.microsoft.com/office/drawing/2014/main" id="{6AF99F95-5314-4A01-9C08-D7D7FC15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5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9235D0-2113-4AD8-B52E-D4E818347347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11164" y="2294284"/>
            <a:ext cx="4869980" cy="2330104"/>
          </a:xfr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ts val="6000"/>
              </a:lnSpc>
              <a:buNone/>
              <a:defRPr sz="5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Zitat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Zitat (2)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 hidden="1">
            <a:extLst xmlns:a="http://schemas.openxmlformats.org/drawingml/2006/main">
              <a:ext uri="{FF2B5EF4-FFF2-40B4-BE49-F238E27FC236}">
                <a16:creationId xmlns:a16="http://schemas.microsoft.com/office/drawing/2014/main" id="{2AA03E8C-C93A-4120-BCDA-24363C43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5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1CF89A-2506-4356-93F6-320E60ACE42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11164" y="2294284"/>
            <a:ext cx="4869980" cy="2330104"/>
          </a:xfr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ts val="6000"/>
              </a:lnSpc>
              <a:buNone/>
              <a:defRPr sz="5000">
                <a:solidFill>
                  <a:schemeClr val="bg1"/>
                </a:solidFill>
              </a:defRPr>
            </a:lvl1pPr>
          </a:lstStyle>
          <a:p xmlns:a="http://schemas.openxmlformats.org/drawingml/2006/main">
            <a:r>
              <a:t>Zitat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 hidden="1">
            <a:extLst xmlns:a="http://schemas.openxmlformats.org/drawingml/2006/main">
              <a:ext uri="{FF2B5EF4-FFF2-40B4-BE49-F238E27FC236}">
                <a16:creationId xmlns:a16="http://schemas.microsoft.com/office/drawing/2014/main" id="{37D6C125-1E1D-4524-824D-7AF41BA3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2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DD465C10-AA4B-43E3-B01A-9971353790E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1188" y="1412951"/>
            <a:ext cx="7921626" cy="243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Masteruntertitelformat bearbeiten</a:t>
            </a:r>
          </a:p>
        </p:txBody>
      </p:sp>
      <p:sp>
        <p:nvSpPr>
          <p:cNvPr id="16" name="Titel 15">
            <a:extLst xmlns:a="http://schemas.openxmlformats.org/drawingml/2006/main">
              <a:ext uri="{FF2B5EF4-FFF2-40B4-BE49-F238E27FC236}">
                <a16:creationId xmlns:a16="http://schemas.microsoft.com/office/drawing/2014/main" id="{BBF1F835-5A0F-4D46-933B-11652E566E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18" name="Datumsplatzhalter 17">
            <a:extLst xmlns:a="http://schemas.openxmlformats.org/drawingml/2006/main">
              <a:ext uri="{FF2B5EF4-FFF2-40B4-BE49-F238E27FC236}">
                <a16:creationId xmlns:a16="http://schemas.microsoft.com/office/drawing/2014/main" id="{C530CC07-113C-4064-BEC8-E347CC048404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fld id="{1D8B27BB-07EF-4857-9708-6E9A07F4E575}" type="datetime1">
              <a:t>28.09.2026</a:t>
            </a:fld>
            <a:endParaRPr/>
          </a:p>
        </p:txBody>
      </p:sp>
      <p:sp>
        <p:nvSpPr>
          <p:cNvPr id="19" name="Fußzeilenplatzhalter 18">
            <a:extLst xmlns:a="http://schemas.openxmlformats.org/drawingml/2006/main">
              <a:ext uri="{FF2B5EF4-FFF2-40B4-BE49-F238E27FC236}">
                <a16:creationId xmlns:a16="http://schemas.microsoft.com/office/drawing/2014/main" id="{D265F5D6-6E26-4EA2-8108-3ACDB6BC882F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Anlass, Ort, Name des Mandanten</a:t>
            </a:r>
          </a:p>
        </p:txBody>
      </p:sp>
      <p:sp>
        <p:nvSpPr>
          <p:cNvPr id="20" name="Foliennummernplatzhalter 19">
            <a:extLst xmlns:a="http://schemas.openxmlformats.org/drawingml/2006/main">
              <a:ext uri="{FF2B5EF4-FFF2-40B4-BE49-F238E27FC236}">
                <a16:creationId xmlns:a16="http://schemas.microsoft.com/office/drawing/2014/main" id="{FAD5CF04-7755-4686-AF61-D9277A0830B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- </a:t>
            </a:r>
            <a:fld id="{AD6E9457-7FC1-0042-B9BF-44F7F1E09D3B}" type="slidenum">
              <a:t>‹Nr.›</a:t>
            </a:fld>
            <a:r>
              <a:t> -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Titel und 1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 hidden="1">
            <a:extLst xmlns:a="http://schemas.openxmlformats.org/drawingml/2006/main">
              <a:ext uri="{FF2B5EF4-FFF2-40B4-BE49-F238E27FC236}">
                <a16:creationId xmlns:a16="http://schemas.microsoft.com/office/drawing/2014/main" id="{5C40BBB5-6768-4170-A74D-114287C0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2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F76192-6E4C-4D31-9346-DD4ADCD194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165" y="1169304"/>
            <a:ext cx="7921670" cy="2436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  <a:endParaRPr/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2813D5B-B091-4FE8-A26B-005E959A433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1188" y="1412951"/>
            <a:ext cx="7921626" cy="243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Masteruntertitelformat bearbeiten</a:t>
            </a:r>
            <a:endParaRPr/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82015FE1-38F1-4126-9D9D-C8F43E17CCF7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2pPr marL="171450" indent="-171450">
              <a:buFont typeface="Arial"/>
              <a:buChar char="•"/>
              <a:defRPr/>
            </a:lvl2pPr>
            <a:lvl5pPr>
              <a:buNone/>
              <a:defRPr/>
            </a:lvl5pPr>
            <a:lvl6pPr>
              <a:buNone/>
              <a:defRPr/>
            </a:lvl6pPr>
          </a:lstStyle>
          <a:p xmlns:a="http://schemas.openxmlformats.org/drawingml/2006/main">
            <a:pPr lvl="0">
              <a:buNone/>
            </a:pPr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  - </a:t>
            </a:r>
            <a:r>
              <a:t>Zweite Ebene - Zweite Ebene - Zweite Ebene - Zweite Ebene - Zweite Ebene - Zweite Ebene - Zweite Ebene - Zweite Ebene - Zweite Ebene - Zweite Ebene - Zweite Ebene</a:t>
            </a:r>
            <a:endParaRPr/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760B8D7E-A2A7-4436-B244-A45B38A1812C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fld id="{3910290F-FC65-40B9-9243-D263B45717EF}" type="datetime1">
              <a:t>28.09.2026</a:t>
            </a:fld>
            <a:endParaRPr/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4347E9F0-A873-40CB-A08C-0DC74953EA2E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Anlass, Ort, Name des Mandanten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5D387068-A6E3-46F0-B7E4-C0DDBDA92DCD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- </a:t>
            </a:r>
            <a:fld id="{AD6E9457-7FC1-0042-B9BF-44F7F1E09D3B}" type="slidenum">
              <a:t>‹Nr.›</a:t>
            </a:fld>
            <a:r>
              <a:t> -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Titel und Text mit Takeawa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 hidden="1">
            <a:extLst xmlns:a="http://schemas.openxmlformats.org/drawingml/2006/main">
              <a:ext uri="{FF2B5EF4-FFF2-40B4-BE49-F238E27FC236}">
                <a16:creationId xmlns:a16="http://schemas.microsoft.com/office/drawing/2014/main" id="{85963095-E8C7-419F-A1DF-3D7AC928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2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15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48C7414A-A346-44C9-A3F8-5B93A2EF7E1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602062" y="1808517"/>
            <a:ext cx="1930751" cy="281587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200">
                <a:solidFill>
                  <a:schemeClr val="bg2"/>
                </a:solidFill>
              </a:defRPr>
            </a:lvl1pPr>
            <a:lvl2pPr marL="171450" indent="-171450">
              <a:buFont typeface="Wingdings"/>
              <a:buChar char="§"/>
              <a:defRPr sz="1200">
                <a:solidFill>
                  <a:schemeClr val="bg2"/>
                </a:solidFill>
              </a:defRPr>
            </a:lvl2pPr>
            <a:lvl3pPr marL="180000">
              <a:buNone/>
              <a:defRPr sz="1200">
                <a:solidFill>
                  <a:schemeClr val="bg2"/>
                </a:solidFill>
              </a:defRPr>
            </a:lvl3pPr>
            <a:lvl4pPr>
              <a:buNone/>
              <a:defRPr sz="1000">
                <a:solidFill>
                  <a:schemeClr val="tx2"/>
                </a:solidFill>
              </a:defRPr>
            </a:lvl4pPr>
            <a:lvl5pPr>
              <a:buNone/>
              <a:defRPr sz="1000">
                <a:solidFill>
                  <a:schemeClr val="tx2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Text</a:t>
            </a:r>
          </a:p>
          <a:p xmlns:a="http://schemas.openxmlformats.org/drawingml/2006/main">
            <a:pPr lvl="1">
              <a:buNone/>
            </a:pPr>
            <a:r>
              <a:t>Bullet</a:t>
            </a:r>
          </a:p>
          <a:p xmlns:a="http://schemas.openxmlformats.org/drawingml/2006/main">
            <a:pPr lvl="2">
              <a:buNone/>
            </a:pPr>
            <a:r>
              <a:t>Bullet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500290A-D378-433D-ACE7-A04C6BCB98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165" y="1169304"/>
            <a:ext cx="7921670" cy="2436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5C02287E-A0FF-46C8-B091-FD114286FE5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1188" y="1412951"/>
            <a:ext cx="7921626" cy="243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Masteruntertitelformat bearbeiten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9C239339-42F9-4A20-B7C5-092DFFF18577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11165" y="1887538"/>
            <a:ext cx="4855779" cy="2736850"/>
          </a:xfrm>
        </p:spPr>
        <p:txBody>
          <a:bodyPr xmlns:a="http://schemas.openxmlformats.org/drawingml/2006/main"/>
          <a:lstStyle xmlns:a="http://schemas.openxmlformats.org/drawingml/2006/main">
            <a:lvl2pPr marL="171450" indent="-171450">
              <a:buFont typeface="Wingdings"/>
              <a:buChar char="§"/>
              <a:defRPr/>
            </a:lvl2pPr>
            <a:lvl5pPr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A19F25FD-592A-45FD-AB31-B4161A71DCBB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fld id="{3574B396-CD42-4019-BB80-DF258A643ADA}" type="datetime1">
              <a:t>28.09.2026</a:t>
            </a:fld>
            <a:endParaRPr/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0C270FE-83EB-4563-92F1-53849FA7D6D2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Anlass, Ort, Name des Mandanten</a:t>
            </a:r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553D55F5-31A0-44E0-94EC-150E082AAB92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- </a:t>
            </a:r>
            <a:fld id="{AD6E9457-7FC1-0042-B9BF-44F7F1E09D3B}" type="slidenum">
              <a:t>‹Nr.›</a:t>
            </a:fld>
            <a:r>
              <a:t> -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Titel und 2 Tex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 hidden="1">
            <a:extLst xmlns:a="http://schemas.openxmlformats.org/drawingml/2006/main">
              <a:ext uri="{FF2B5EF4-FFF2-40B4-BE49-F238E27FC236}">
                <a16:creationId xmlns:a16="http://schemas.microsoft.com/office/drawing/2014/main" id="{1C30BC6B-F20F-4626-A315-0567B586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2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6F0E27-5002-4964-9465-B5ACE444CD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165" y="1169304"/>
            <a:ext cx="7921670" cy="2436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C7385A12-324F-48A7-AFC4-5375BB75FBC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1188" y="1412951"/>
            <a:ext cx="7921626" cy="243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Masteruntertitelformat bearbeiten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83AF6975-D5C4-46D9-8521-23CACF67523F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11166" y="1887538"/>
            <a:ext cx="3816372" cy="2736850"/>
          </a:xfrm>
        </p:spPr>
        <p:txBody>
          <a:bodyPr xmlns:a="http://schemas.openxmlformats.org/drawingml/2006/main"/>
          <a:lstStyle xmlns:a="http://schemas.openxmlformats.org/drawingml/2006/main">
            <a:lvl2pPr marL="171450" indent="-171450">
              <a:buFont typeface="Wingdings"/>
              <a:buChar char="§"/>
              <a:defRPr/>
            </a:lvl2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</a:lstStyle>
          <a:p xmlns:a="http://schemas.openxmlformats.org/drawingml/2006/main">
            <a:pPr lvl="0">
              <a:buNone/>
            </a:pPr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4">
              <a:buNone/>
            </a:pPr>
            <a:endParaRPr/>
          </a:p>
        </p:txBody>
      </p:sp>
      <p:sp>
        <p:nvSpPr>
          <p:cNvPr id="16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86CE7C4B-B01E-4343-B1E1-93EC88605EBB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716463" y="1887538"/>
            <a:ext cx="3816350" cy="2736850"/>
          </a:xfrm>
        </p:spPr>
        <p:txBody>
          <a:bodyPr xmlns:a="http://schemas.openxmlformats.org/drawingml/2006/main"/>
          <a:lstStyle xmlns:a="http://schemas.openxmlformats.org/drawingml/2006/main">
            <a:lvl2pPr marL="171450" indent="-171450">
              <a:buFont typeface="Wingdings"/>
              <a:buChar char="§"/>
              <a:defRPr/>
            </a:lvl2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</a:lstStyle>
          <a:p xmlns:a="http://schemas.openxmlformats.org/drawingml/2006/main">
            <a:pPr lvl="0">
              <a:buNone/>
            </a:pPr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4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392B484B-F01C-4567-BAB8-7FFD12C6D3E6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fld id="{BE82CC66-498F-4F62-BF70-7A42BF1967D5}" type="datetime1">
              <a:t>28.09.2026</a:t>
            </a:fld>
            <a:endParaRPr/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03BF4820-07E0-4A11-9C60-70AA6BFAC4BA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Anlass, Ort, Name des Mandanten</a:t>
            </a:r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8E1B2F9F-B4B2-4B27-9022-C84E4F4642C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- </a:t>
            </a:r>
            <a:fld id="{AD6E9457-7FC1-0042-B9BF-44F7F1E09D3B}" type="slidenum">
              <a:t>‹Nr.›</a:t>
            </a:fld>
            <a:r>
              <a:t> -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>
  <p:cSld name="Titel und 3 Tex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 hidden="1">
            <a:extLst xmlns:a="http://schemas.openxmlformats.org/drawingml/2006/main">
              <a:ext uri="{FF2B5EF4-FFF2-40B4-BE49-F238E27FC236}">
                <a16:creationId xmlns:a16="http://schemas.microsoft.com/office/drawing/2014/main" id="{017262DF-F250-4654-806B-D14C7ACC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2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99FFAB-C50D-4F76-9EDC-C7F3CE724C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165" y="1169304"/>
            <a:ext cx="7921670" cy="2436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4D3E5C2F-24A7-432C-9177-240BD76ABE0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1188" y="1412951"/>
            <a:ext cx="7921626" cy="243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Masteruntertitelformat bearbeiten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A31D9679-C59F-4D0B-BC5F-9E7FD0F776C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11167" y="1887538"/>
            <a:ext cx="2448549" cy="2736850"/>
          </a:xfrm>
        </p:spPr>
        <p:txBody>
          <a:bodyPr xmlns:a="http://schemas.openxmlformats.org/drawingml/2006/main"/>
          <a:lstStyle xmlns:a="http://schemas.openxmlformats.org/drawingml/2006/main">
            <a:lvl2pPr marL="171450" indent="-171450">
              <a:buFont typeface="Wingdings"/>
              <a:buChar char="§"/>
              <a:defRPr/>
            </a:lvl2pPr>
            <a:lvl5pPr>
              <a:buNone/>
              <a:defRPr>
                <a:solidFill>
                  <a:schemeClr val="accent5"/>
                </a:solidFill>
              </a:defRPr>
            </a:lvl5pPr>
            <a:lvl6pPr>
              <a:buNone/>
              <a:defRPr/>
            </a:lvl6pPr>
            <a:lvl7pPr>
              <a:buNone/>
              <a:defRPr/>
            </a:lvl7pPr>
          </a:lstStyle>
          <a:p xmlns:a="http://schemas.openxmlformats.org/drawingml/2006/main">
            <a:pPr lvl="0">
              <a:buNone/>
            </a:pPr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4">
              <a:buNone/>
            </a:pPr>
            <a:endParaRPr/>
          </a:p>
        </p:txBody>
      </p:sp>
      <p:sp>
        <p:nvSpPr>
          <p:cNvPr id="16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42E308E0-66EC-4E90-8253-1D9ACD5639D4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84265" y="1887538"/>
            <a:ext cx="2448549" cy="2736850"/>
          </a:xfrm>
        </p:spPr>
        <p:txBody>
          <a:bodyPr xmlns:a="http://schemas.openxmlformats.org/drawingml/2006/main"/>
          <a:lstStyle xmlns:a="http://schemas.openxmlformats.org/drawingml/2006/main">
            <a:lvl2pPr marL="171450" indent="-171450">
              <a:buFont typeface="Wingdings"/>
              <a:buChar char="§"/>
              <a:defRPr/>
            </a:lvl2pPr>
            <a:lvl5pPr>
              <a:buNone/>
              <a:defRPr>
                <a:solidFill>
                  <a:schemeClr val="accent5"/>
                </a:solidFill>
              </a:defRPr>
            </a:lvl5pPr>
            <a:lvl6pPr>
              <a:buNone/>
              <a:defRPr/>
            </a:lvl6pPr>
            <a:lvl7pPr>
              <a:buNone/>
              <a:defRPr/>
            </a:lvl7pPr>
          </a:lstStyle>
          <a:p xmlns:a="http://schemas.openxmlformats.org/drawingml/2006/main">
            <a:pPr lvl="0">
              <a:buNone/>
            </a:pPr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4">
              <a:buNone/>
            </a:pPr>
            <a:endParaRPr/>
          </a:p>
        </p:txBody>
      </p:sp>
      <p:sp>
        <p:nvSpPr>
          <p:cNvPr id="17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96C84C36-1848-4D8B-8F1B-04B60C0092AB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3347716" y="1887538"/>
            <a:ext cx="2448549" cy="2736850"/>
          </a:xfrm>
        </p:spPr>
        <p:txBody>
          <a:bodyPr xmlns:a="http://schemas.openxmlformats.org/drawingml/2006/main"/>
          <a:lstStyle xmlns:a="http://schemas.openxmlformats.org/drawingml/2006/main">
            <a:lvl2pPr marL="171450" indent="-171450">
              <a:buFont typeface="Wingdings"/>
              <a:buChar char="§"/>
              <a:defRPr/>
            </a:lvl2pPr>
            <a:lvl5pPr>
              <a:buNone/>
              <a:defRPr>
                <a:solidFill>
                  <a:schemeClr val="accent5"/>
                </a:solidFill>
              </a:defRPr>
            </a:lvl5pPr>
            <a:lvl6pPr>
              <a:buNone/>
              <a:defRPr/>
            </a:lvl6pPr>
            <a:lvl7pPr>
              <a:buNone/>
              <a:defRPr/>
            </a:lvl7pPr>
          </a:lstStyle>
          <a:p xmlns:a="http://schemas.openxmlformats.org/drawingml/2006/main">
            <a:pPr lvl="0">
              <a:buNone/>
            </a:pPr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4">
              <a:buNone/>
            </a:pP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DED0126-9B84-443F-AA36-C817D4C12E2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fld id="{DF630304-8D0D-4135-97D5-C5E5CC91A2B3}" type="datetime1">
              <a:t>28.09.2026</a:t>
            </a:fld>
            <a:endParaRPr/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DD39663-63A8-4C39-A916-A8D88BFC52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Anlass, Ort, Name des Mandanten</a:t>
            </a:r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6C57D24-897E-49B3-98A9-1AACF7F019C1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- </a:t>
            </a:r>
            <a:fld id="{AD6E9457-7FC1-0042-B9BF-44F7F1E09D3B}" type="slidenum">
              <a:t>‹Nr.›</a:t>
            </a:fld>
            <a:r>
              <a:t> -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el und 6 kurze Tex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 hidden="1">
            <a:extLst xmlns:a="http://schemas.openxmlformats.org/drawingml/2006/main">
              <a:ext uri="{FF2B5EF4-FFF2-40B4-BE49-F238E27FC236}">
                <a16:creationId xmlns:a16="http://schemas.microsoft.com/office/drawing/2014/main" id="{7A6DDFCA-6B92-47CB-BACB-8E8DC192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2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017215C-8309-48FC-AAC3-99010D995F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165" y="1169304"/>
            <a:ext cx="7921670" cy="2436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367F3243-0165-4F85-8A64-B1BE1F44BC1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1188" y="1412951"/>
            <a:ext cx="7921626" cy="243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Masteruntertitelformat bearbeiten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13FDC831-454B-42C8-A6B4-BE49FD0AC77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11167" y="2430018"/>
            <a:ext cx="2064549" cy="569389"/>
          </a:xfrm>
        </p:spPr>
        <p:txBody>
          <a:bodyPr xmlns:a="http://schemas.openxmlformats.org/drawingml/2006/main" lIns="39600" tIns="39600" rIns="39600" bIns="39600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00"/>
            </a:lvl1pPr>
            <a:lvl2pPr>
              <a:lnSpc>
                <a:spcPct val="100000"/>
              </a:lnSpc>
              <a:buNone/>
              <a:defRPr sz="800"/>
            </a:lvl2pPr>
            <a:lvl3pPr>
              <a:lnSpc>
                <a:spcPct val="100000"/>
              </a:lnSpc>
              <a:buNone/>
              <a:defRPr sz="800"/>
            </a:lvl3pPr>
            <a:lvl4pPr>
              <a:lnSpc>
                <a:spcPct val="100000"/>
              </a:lnSpc>
              <a:buNone/>
              <a:defRPr sz="800"/>
            </a:lvl4pPr>
            <a:lvl5pPr>
              <a:lnSpc>
                <a:spcPct val="10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16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13A16862-CB65-4C13-A95C-A38F05C8986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468265" y="2430018"/>
            <a:ext cx="2064549" cy="569389"/>
          </a:xfrm>
        </p:spPr>
        <p:txBody>
          <a:bodyPr xmlns:a="http://schemas.openxmlformats.org/drawingml/2006/main" lIns="39600" tIns="39600" rIns="39600" bIns="39600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00"/>
            </a:lvl1pPr>
            <a:lvl2pPr>
              <a:lnSpc>
                <a:spcPct val="100000"/>
              </a:lnSpc>
              <a:buNone/>
              <a:defRPr sz="800"/>
            </a:lvl2pPr>
            <a:lvl3pPr>
              <a:lnSpc>
                <a:spcPct val="100000"/>
              </a:lnSpc>
              <a:buNone/>
              <a:defRPr sz="800"/>
            </a:lvl3pPr>
            <a:lvl4pPr>
              <a:lnSpc>
                <a:spcPct val="100000"/>
              </a:lnSpc>
              <a:buNone/>
              <a:defRPr sz="800"/>
            </a:lvl4pPr>
            <a:lvl5pPr>
              <a:lnSpc>
                <a:spcPct val="10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17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8A7F37CC-5008-41B2-A905-AD0C5979AA63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3539716" y="2430018"/>
            <a:ext cx="2064549" cy="569389"/>
          </a:xfrm>
        </p:spPr>
        <p:txBody>
          <a:bodyPr xmlns:a="http://schemas.openxmlformats.org/drawingml/2006/main" lIns="39600" tIns="39600" rIns="39600" bIns="39600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00"/>
            </a:lvl1pPr>
            <a:lvl2pPr>
              <a:lnSpc>
                <a:spcPct val="100000"/>
              </a:lnSpc>
              <a:buNone/>
              <a:defRPr sz="800"/>
            </a:lvl2pPr>
            <a:lvl3pPr>
              <a:lnSpc>
                <a:spcPct val="100000"/>
              </a:lnSpc>
              <a:buNone/>
              <a:defRPr sz="800"/>
            </a:lvl3pPr>
            <a:lvl4pPr>
              <a:lnSpc>
                <a:spcPct val="100000"/>
              </a:lnSpc>
              <a:buNone/>
              <a:defRPr sz="800"/>
            </a:lvl4pPr>
            <a:lvl5pPr>
              <a:lnSpc>
                <a:spcPct val="10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27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9694083D-CDB2-4AAE-8484-BB2C40A1F792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11167" y="3552186"/>
            <a:ext cx="2064549" cy="569389"/>
          </a:xfrm>
        </p:spPr>
        <p:txBody>
          <a:bodyPr xmlns:a="http://schemas.openxmlformats.org/drawingml/2006/main" lIns="39600" tIns="39600" rIns="39600" bIns="39600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00"/>
            </a:lvl1pPr>
            <a:lvl2pPr>
              <a:lnSpc>
                <a:spcPct val="100000"/>
              </a:lnSpc>
              <a:buNone/>
              <a:defRPr sz="800"/>
            </a:lvl2pPr>
            <a:lvl3pPr>
              <a:lnSpc>
                <a:spcPct val="100000"/>
              </a:lnSpc>
              <a:buNone/>
              <a:defRPr sz="800"/>
            </a:lvl3pPr>
            <a:lvl4pPr>
              <a:lnSpc>
                <a:spcPct val="100000"/>
              </a:lnSpc>
              <a:buNone/>
              <a:defRPr sz="800"/>
            </a:lvl4pPr>
            <a:lvl5pPr>
              <a:lnSpc>
                <a:spcPct val="10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28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0E5039C3-5927-4FAB-885E-4044F8AE5DCB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468265" y="3552186"/>
            <a:ext cx="2064549" cy="569389"/>
          </a:xfrm>
        </p:spPr>
        <p:txBody>
          <a:bodyPr xmlns:a="http://schemas.openxmlformats.org/drawingml/2006/main" lIns="39600" tIns="39600" rIns="39600" bIns="39600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00"/>
            </a:lvl1pPr>
            <a:lvl2pPr>
              <a:lnSpc>
                <a:spcPct val="100000"/>
              </a:lnSpc>
              <a:buNone/>
              <a:defRPr sz="800"/>
            </a:lvl2pPr>
            <a:lvl3pPr>
              <a:lnSpc>
                <a:spcPct val="100000"/>
              </a:lnSpc>
              <a:buNone/>
              <a:defRPr sz="800"/>
            </a:lvl3pPr>
            <a:lvl4pPr>
              <a:lnSpc>
                <a:spcPct val="100000"/>
              </a:lnSpc>
              <a:buNone/>
              <a:defRPr sz="800"/>
            </a:lvl4pPr>
            <a:lvl5pPr>
              <a:lnSpc>
                <a:spcPct val="10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29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0A9C1733-1380-4BA6-8A64-2291D7CC27B6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539716" y="3552186"/>
            <a:ext cx="2064549" cy="569389"/>
          </a:xfrm>
        </p:spPr>
        <p:txBody>
          <a:bodyPr xmlns:a="http://schemas.openxmlformats.org/drawingml/2006/main" lIns="39600" tIns="39600" rIns="39600" bIns="39600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800"/>
            </a:lvl1pPr>
            <a:lvl2pPr>
              <a:lnSpc>
                <a:spcPct val="100000"/>
              </a:lnSpc>
              <a:buNone/>
              <a:defRPr sz="800"/>
            </a:lvl2pPr>
            <a:lvl3pPr>
              <a:lnSpc>
                <a:spcPct val="100000"/>
              </a:lnSpc>
              <a:buNone/>
              <a:defRPr sz="800"/>
            </a:lvl3pPr>
            <a:lvl4pPr>
              <a:lnSpc>
                <a:spcPct val="100000"/>
              </a:lnSpc>
              <a:buNone/>
              <a:defRPr sz="800"/>
            </a:lvl4pPr>
            <a:lvl5pPr>
              <a:lnSpc>
                <a:spcPct val="10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30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9CFEECAB-3043-4D72-B97B-042FAE240552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611167" y="3232153"/>
            <a:ext cx="2064549" cy="320033"/>
          </a:xfrm>
        </p:spPr>
        <p:txBody>
          <a:bodyPr xmlns:a="http://schemas.openxmlformats.org/drawingml/2006/main" lIns="39600" tIns="39600" rIns="39600" bIns="39600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>
              <a:lnSpc>
                <a:spcPct val="100000"/>
              </a:lnSpc>
              <a:buNone/>
              <a:defRPr sz="800"/>
            </a:lvl2pPr>
            <a:lvl3pPr>
              <a:lnSpc>
                <a:spcPct val="100000"/>
              </a:lnSpc>
              <a:buNone/>
              <a:defRPr sz="800"/>
            </a:lvl3pPr>
            <a:lvl4pPr>
              <a:lnSpc>
                <a:spcPct val="100000"/>
              </a:lnSpc>
              <a:buNone/>
              <a:defRPr sz="800"/>
            </a:lvl4pPr>
            <a:lvl5pPr>
              <a:lnSpc>
                <a:spcPct val="10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Title</a:t>
            </a:r>
          </a:p>
        </p:txBody>
      </p:sp>
      <p:sp>
        <p:nvSpPr>
          <p:cNvPr id="31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74AD9DF3-55F2-4234-9B47-78661E070033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3539716" y="3232153"/>
            <a:ext cx="2064549" cy="320033"/>
          </a:xfrm>
        </p:spPr>
        <p:txBody>
          <a:bodyPr xmlns:a="http://schemas.openxmlformats.org/drawingml/2006/main" lIns="39600" tIns="39600" rIns="39600" bIns="39600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>
              <a:lnSpc>
                <a:spcPct val="100000"/>
              </a:lnSpc>
              <a:buNone/>
              <a:defRPr sz="800"/>
            </a:lvl2pPr>
            <a:lvl3pPr>
              <a:lnSpc>
                <a:spcPct val="100000"/>
              </a:lnSpc>
              <a:buNone/>
              <a:defRPr sz="800"/>
            </a:lvl3pPr>
            <a:lvl4pPr>
              <a:lnSpc>
                <a:spcPct val="100000"/>
              </a:lnSpc>
              <a:buNone/>
              <a:defRPr sz="800"/>
            </a:lvl4pPr>
            <a:lvl5pPr>
              <a:lnSpc>
                <a:spcPct val="10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Title</a:t>
            </a:r>
          </a:p>
        </p:txBody>
      </p:sp>
      <p:sp>
        <p:nvSpPr>
          <p:cNvPr id="32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0F568654-5592-4701-8CBF-FD0DE05B9361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6468265" y="3232153"/>
            <a:ext cx="2064549" cy="320033"/>
          </a:xfrm>
        </p:spPr>
        <p:txBody>
          <a:bodyPr xmlns:a="http://schemas.openxmlformats.org/drawingml/2006/main" lIns="39600" tIns="39600" rIns="39600" bIns="39600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>
              <a:lnSpc>
                <a:spcPct val="100000"/>
              </a:lnSpc>
              <a:buNone/>
              <a:defRPr sz="800"/>
            </a:lvl2pPr>
            <a:lvl3pPr>
              <a:lnSpc>
                <a:spcPct val="100000"/>
              </a:lnSpc>
              <a:buNone/>
              <a:defRPr sz="800"/>
            </a:lvl3pPr>
            <a:lvl4pPr>
              <a:lnSpc>
                <a:spcPct val="100000"/>
              </a:lnSpc>
              <a:buNone/>
              <a:defRPr sz="800"/>
            </a:lvl4pPr>
            <a:lvl5pPr>
              <a:lnSpc>
                <a:spcPct val="10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Title</a:t>
            </a:r>
          </a:p>
        </p:txBody>
      </p:sp>
      <p:sp>
        <p:nvSpPr>
          <p:cNvPr id="3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815EB5F9-FD5B-480A-A6B0-47701504CC52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6468265" y="2111552"/>
            <a:ext cx="2064549" cy="320033"/>
          </a:xfrm>
        </p:spPr>
        <p:txBody>
          <a:bodyPr xmlns:a="http://schemas.openxmlformats.org/drawingml/2006/main" lIns="39600" tIns="39600" rIns="39600" bIns="39600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>
              <a:lnSpc>
                <a:spcPct val="100000"/>
              </a:lnSpc>
              <a:buNone/>
              <a:defRPr sz="800"/>
            </a:lvl2pPr>
            <a:lvl3pPr>
              <a:lnSpc>
                <a:spcPct val="100000"/>
              </a:lnSpc>
              <a:buNone/>
              <a:defRPr sz="800"/>
            </a:lvl3pPr>
            <a:lvl4pPr>
              <a:lnSpc>
                <a:spcPct val="100000"/>
              </a:lnSpc>
              <a:buNone/>
              <a:defRPr sz="800"/>
            </a:lvl4pPr>
            <a:lvl5pPr>
              <a:lnSpc>
                <a:spcPct val="10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Title</a:t>
            </a:r>
          </a:p>
        </p:txBody>
      </p:sp>
      <p:sp>
        <p:nvSpPr>
          <p:cNvPr id="34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06382723-5634-4DEE-86EF-10772E3BC398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3539716" y="2111552"/>
            <a:ext cx="2064549" cy="320033"/>
          </a:xfrm>
        </p:spPr>
        <p:txBody>
          <a:bodyPr xmlns:a="http://schemas.openxmlformats.org/drawingml/2006/main" lIns="39600" tIns="39600" rIns="39600" bIns="39600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>
              <a:lnSpc>
                <a:spcPct val="100000"/>
              </a:lnSpc>
              <a:buNone/>
              <a:defRPr sz="800"/>
            </a:lvl2pPr>
            <a:lvl3pPr>
              <a:lnSpc>
                <a:spcPct val="100000"/>
              </a:lnSpc>
              <a:buNone/>
              <a:defRPr sz="800"/>
            </a:lvl3pPr>
            <a:lvl4pPr>
              <a:lnSpc>
                <a:spcPct val="100000"/>
              </a:lnSpc>
              <a:buNone/>
              <a:defRPr sz="800"/>
            </a:lvl4pPr>
            <a:lvl5pPr>
              <a:lnSpc>
                <a:spcPct val="10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Title</a:t>
            </a:r>
          </a:p>
        </p:txBody>
      </p:sp>
      <p:sp>
        <p:nvSpPr>
          <p:cNvPr id="35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D2CFB070-818F-4FEB-9DFB-A3EE44E81BD9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611167" y="2111552"/>
            <a:ext cx="2064549" cy="320033"/>
          </a:xfrm>
        </p:spPr>
        <p:txBody>
          <a:bodyPr xmlns:a="http://schemas.openxmlformats.org/drawingml/2006/main" lIns="39600" tIns="39600" rIns="39600" bIns="39600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>
              <a:lnSpc>
                <a:spcPct val="100000"/>
              </a:lnSpc>
              <a:buNone/>
              <a:defRPr sz="800"/>
            </a:lvl2pPr>
            <a:lvl3pPr>
              <a:lnSpc>
                <a:spcPct val="100000"/>
              </a:lnSpc>
              <a:buNone/>
              <a:defRPr sz="800"/>
            </a:lvl3pPr>
            <a:lvl4pPr>
              <a:lnSpc>
                <a:spcPct val="100000"/>
              </a:lnSpc>
              <a:buNone/>
              <a:defRPr sz="800"/>
            </a:lvl4pPr>
            <a:lvl5pPr>
              <a:lnSpc>
                <a:spcPct val="10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Title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9A3101E8-4263-442A-A89F-093EEF071DEE}"/>
              </a:ext>
            </a:extLst>
          </p:cNvPr>
          <p:cNvSpPr>
            <a:spLocks xmlns:a="http://schemas.openxmlformats.org/drawingml/2006/main" noGrp="1"/>
          </p:cNvSpPr>
          <p:nvPr>
            <p:ph type="dt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fld id="{719BB1E1-61FF-4833-8F15-32B833616446}" type="datetime1">
              <a:t>28.09.2026</a:t>
            </a:fld>
            <a:endParaRPr/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79088768-9CF1-4661-AEF0-AC2B0A580309}"/>
              </a:ext>
            </a:extLst>
          </p:cNvPr>
          <p:cNvSpPr>
            <a:spLocks xmlns:a="http://schemas.openxmlformats.org/drawingml/2006/main" noGrp="1"/>
          </p:cNvSpPr>
          <p:nvPr>
            <p:ph type="ftr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Anlass, Ort, Name des Mandanten</a:t>
            </a:r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53EC1E70-B6E7-4B80-A671-6DFEC6825BE9}"/>
              </a:ext>
            </a:extLst>
          </p:cNvPr>
          <p:cNvSpPr>
            <a:spLocks xmlns:a="http://schemas.openxmlformats.org/drawingml/2006/main" noGrp="1"/>
          </p:cNvSpPr>
          <p:nvPr>
            <p:ph type="sldNum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- </a:t>
            </a:r>
            <a:fld id="{AD6E9457-7FC1-0042-B9BF-44F7F1E09D3B}" type="slidenum">
              <a:t>‹Nr.›</a:t>
            </a:fld>
            <a:r>
              <a:t> -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Titel und 3 Bil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 hidden="1">
            <a:extLst xmlns:a="http://schemas.openxmlformats.org/drawingml/2006/main">
              <a:ext uri="{FF2B5EF4-FFF2-40B4-BE49-F238E27FC236}">
                <a16:creationId xmlns:a16="http://schemas.microsoft.com/office/drawing/2014/main" id="{6E53B987-6005-44EE-8D1A-4B631539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2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C5DCBC8-3586-488B-B7BF-C90C97DD29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165" y="1169304"/>
            <a:ext cx="7921670" cy="2436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2E65652A-0EC3-48EE-BB0F-CDB1704FC20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1188" y="1412951"/>
            <a:ext cx="7921626" cy="243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Masteruntertitelformat bearbeiten</a:t>
            </a:r>
          </a:p>
        </p:txBody>
      </p:sp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A998851A-E444-4BEA-AA1E-CD970F0A0E36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611188" y="1887538"/>
            <a:ext cx="2400542" cy="2404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noFill/>
              </a:defRPr>
            </a:lvl1pPr>
          </a:lstStyle>
          <a:p xmlns:a="http://schemas.openxmlformats.org/drawingml/2006/main">
            <a:r>
              <a:t>Bild</a:t>
            </a:r>
          </a:p>
        </p:txBody>
      </p:sp>
      <p:sp>
        <p:nvSpPr>
          <p:cNvPr id="18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EA7B9F1D-D85B-43A1-955F-ABE51F064526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371730" y="1887538"/>
            <a:ext cx="2400542" cy="2404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noFill/>
              </a:defRPr>
            </a:lvl1pPr>
          </a:lstStyle>
          <a:p xmlns:a="http://schemas.openxmlformats.org/drawingml/2006/main">
            <a:r>
              <a:t>Bild</a:t>
            </a:r>
          </a:p>
        </p:txBody>
      </p:sp>
      <p:sp>
        <p:nvSpPr>
          <p:cNvPr id="19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F2E1C43-85C9-42C6-B260-57CBBFD69483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132272" y="1887538"/>
            <a:ext cx="2400542" cy="240441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noFill/>
              </a:defRPr>
            </a:lvl1pPr>
          </a:lstStyle>
          <a:p xmlns:a="http://schemas.openxmlformats.org/drawingml/2006/main">
            <a:r>
              <a:t>Bild</a:t>
            </a:r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E42DD7E8-C91F-4AB7-9618-0933C80548E8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fld id="{1DADEF6F-6E92-4C2F-BBCC-470150836E36}" type="datetime1">
              <a:t>28.09.2026</a:t>
            </a:fld>
            <a:endParaRPr/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7E5F0294-F0E1-47B0-B956-6335CEF6CD34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Anlass, Ort, Name des Mandanten</a:t>
            </a:r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FA57901F-8E0A-45DC-84A7-D907C5E8BCF3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- </a:t>
            </a:r>
            <a:fld id="{AD6E9457-7FC1-0042-B9BF-44F7F1E09D3B}" type="slidenum">
              <a:t>‹Nr.›</a:t>
            </a:fld>
            <a:r>
              <a:t> -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2_Titel und 4 Bil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 hidden="1">
            <a:extLst xmlns:a="http://schemas.openxmlformats.org/drawingml/2006/main">
              <a:ext uri="{FF2B5EF4-FFF2-40B4-BE49-F238E27FC236}">
                <a16:creationId xmlns:a16="http://schemas.microsoft.com/office/drawing/2014/main" id="{04433031-C191-4626-ADAC-194BEEC8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2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DA6479-A8E1-4B9B-BEC5-9B92734E62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165" y="1169304"/>
            <a:ext cx="7921670" cy="2436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918F235E-1173-4988-82E3-A4454AE2375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1188" y="1412951"/>
            <a:ext cx="7921626" cy="243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Masteruntertitelformat bearbeiten</a:t>
            </a:r>
          </a:p>
        </p:txBody>
      </p:sp>
      <p:sp>
        <p:nvSpPr>
          <p:cNvPr id="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9D14BA4E-57E0-4545-9402-107F52C5B1B9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611188" y="1887538"/>
            <a:ext cx="1725221" cy="172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noFill/>
              </a:defRPr>
            </a:lvl1pPr>
          </a:lstStyle>
          <a:p xmlns:a="http://schemas.openxmlformats.org/drawingml/2006/main">
            <a:r>
              <a:t>Bild</a:t>
            </a:r>
          </a:p>
        </p:txBody>
      </p:sp>
      <p:sp>
        <p:nvSpPr>
          <p:cNvPr id="18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5A04A891-73F4-4D1C-BB04-F03EED332A0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2676656" y="1887538"/>
            <a:ext cx="1725221" cy="172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noFill/>
              </a:defRPr>
            </a:lvl1pPr>
          </a:lstStyle>
          <a:p xmlns:a="http://schemas.openxmlformats.org/drawingml/2006/main">
            <a:r>
              <a:t>Bild</a:t>
            </a:r>
          </a:p>
        </p:txBody>
      </p:sp>
      <p:sp>
        <p:nvSpPr>
          <p:cNvPr id="19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D8A64730-3912-4B79-B1D1-983A90D0ACF1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807591" y="1887538"/>
            <a:ext cx="1725221" cy="172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noFill/>
              </a:defRPr>
            </a:lvl1pPr>
          </a:lstStyle>
          <a:p xmlns:a="http://schemas.openxmlformats.org/drawingml/2006/main">
            <a:r>
              <a:t>Bild</a:t>
            </a:r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5B0CFBA1-DD6B-4119-82B5-1342DC691E80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fld id="{C89F1F2F-064D-470B-A150-C55160D5DCAD}" type="datetime1">
              <a:t>28.09.2026</a:t>
            </a:fld>
            <a:endParaRPr/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BA23B8BE-58A2-4A41-92E1-CC2D281D945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Anlass, Ort, Name des Mandanten</a:t>
            </a:r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DCC46785-AF09-4252-89BE-6D473E475E2B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- </a:t>
            </a:r>
            <a:fld id="{AD6E9457-7FC1-0042-B9BF-44F7F1E09D3B}" type="slidenum">
              <a:t>‹Nr.›</a:t>
            </a:fld>
            <a:r>
              <a:t> -</a:t>
            </a:r>
          </a:p>
        </p:txBody>
      </p:sp>
      <p:sp>
        <p:nvSpPr>
          <p:cNvPr id="1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C043BB48-64E3-4268-9967-C46E25C88F53}"/>
              </a:ext>
            </a:extLst>
          </p:cNvPr>
          <p:cNvSpPr>
            <a:spLocks xmlns:a="http://schemas.openxmlformats.org/drawingml/2006/main" noGrp="1"/>
          </p:cNvSpPr>
          <p:nvPr>
            <p:ph type="pic" idx="20"/>
          </p:nvPr>
        </p:nvSpPr>
        <p:spPr>
          <a:xfrm xmlns:a="http://schemas.openxmlformats.org/drawingml/2006/main">
            <a:off x="4742124" y="1887538"/>
            <a:ext cx="1725221" cy="172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noFill/>
              </a:defRPr>
            </a:lvl1pPr>
          </a:lstStyle>
          <a:p xmlns:a="http://schemas.openxmlformats.org/drawingml/2006/main">
            <a:r>
              <a:t>Bild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1_Titel und 3 Bil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 hidden="1">
            <a:extLst xmlns:a="http://schemas.openxmlformats.org/drawingml/2006/main">
              <a:ext uri="{FF2B5EF4-FFF2-40B4-BE49-F238E27FC236}">
                <a16:creationId xmlns:a16="http://schemas.microsoft.com/office/drawing/2014/main" id="{82EC006C-194F-48CC-83C6-9BE76437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2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792314-97A4-41A6-84C7-5E1A2CF5F6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165" y="1169304"/>
            <a:ext cx="7921670" cy="2436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1F67E4CE-2F7A-44C4-8393-72A86732209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1188" y="1412951"/>
            <a:ext cx="7921626" cy="243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Masteruntertitelformat bearbeiten</a:t>
            </a:r>
          </a:p>
        </p:txBody>
      </p:sp>
      <p:sp>
        <p:nvSpPr>
          <p:cNvPr id="1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036CC7E-CE2A-4292-9C92-32D04D4B88A6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611188" y="1887539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noFill/>
              </a:defRPr>
            </a:lvl1pPr>
          </a:lstStyle>
          <a:p xmlns:a="http://schemas.openxmlformats.org/drawingml/2006/main">
            <a:r>
              <a:t>Bild durch Klicken auf Symbol hinzufügen</a:t>
            </a:r>
          </a:p>
        </p:txBody>
      </p:sp>
      <p:sp>
        <p:nvSpPr>
          <p:cNvPr id="13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09FB932-DE02-46F2-9E79-22AD83F40AF8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2236848" y="1887539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noFill/>
              </a:defRPr>
            </a:lvl1pPr>
          </a:lstStyle>
          <a:p xmlns:a="http://schemas.openxmlformats.org/drawingml/2006/main">
            <a:r>
              <a:t>Bild durch Klicken auf Symbol hinzufügen</a:t>
            </a:r>
          </a:p>
        </p:txBody>
      </p:sp>
      <p:sp>
        <p:nvSpPr>
          <p:cNvPr id="1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0333389-2278-481D-8945-63C342E147B1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3862508" y="1887539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noFill/>
              </a:defRPr>
            </a:lvl1pPr>
          </a:lstStyle>
          <a:p xmlns:a="http://schemas.openxmlformats.org/drawingml/2006/main">
            <a:r>
              <a:t>Bild durch Klicken auf Symbol hinzufügen</a:t>
            </a:r>
          </a:p>
        </p:txBody>
      </p:sp>
      <p:sp>
        <p:nvSpPr>
          <p:cNvPr id="15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6C0C5316-C540-4A64-BD98-76708CD1907C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5488168" y="1887539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noFill/>
              </a:defRPr>
            </a:lvl1pPr>
          </a:lstStyle>
          <a:p xmlns:a="http://schemas.openxmlformats.org/drawingml/2006/main">
            <a:r>
              <a:t>Bild durch Klicken auf Symbol hinzufügen</a:t>
            </a:r>
          </a:p>
        </p:txBody>
      </p:sp>
      <p:sp>
        <p:nvSpPr>
          <p:cNvPr id="16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2BAF68EB-BD01-4D13-84CE-A1CBD783950C}"/>
              </a:ext>
            </a:extLst>
          </p:cNvPr>
          <p:cNvSpPr>
            <a:spLocks xmlns:a="http://schemas.openxmlformats.org/drawingml/2006/main" noGrp="1"/>
          </p:cNvSpPr>
          <p:nvPr>
            <p:ph type="pic" idx="19"/>
          </p:nvPr>
        </p:nvSpPr>
        <p:spPr>
          <a:xfrm xmlns:a="http://schemas.openxmlformats.org/drawingml/2006/main">
            <a:off x="7113828" y="1887539"/>
            <a:ext cx="1440000" cy="144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noFill/>
              </a:defRPr>
            </a:lvl1pPr>
          </a:lstStyle>
          <a:p xmlns:a="http://schemas.openxmlformats.org/drawingml/2006/main">
            <a:r>
              <a:t>Bild durch Klicken auf Symbol hinzufügen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87EF99DC-FAE8-4B55-A809-76DC192012F6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fld id="{7F55B49A-8C34-43A3-8320-54E223315DED}" type="datetime1">
              <a:t>28.09.2026</a:t>
            </a:fld>
            <a:endParaRPr/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EE3F41F8-5BDE-4BA6-A143-44AD2C53A1DB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Anlass, Ort, Name des Mandanten</a:t>
            </a:r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3E49ED23-A4A8-477F-80D6-D9A08A2F34D7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- </a:t>
            </a:r>
            <a:fld id="{AD6E9457-7FC1-0042-B9BF-44F7F1E09D3B}" type="slidenum">
              <a:t>‹Nr.›</a:t>
            </a:fld>
            <a:r>
              <a:t> -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1_Titel und 1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 hidden="1">
            <a:extLst xmlns:a="http://schemas.openxmlformats.org/drawingml/2006/main">
              <a:ext uri="{FF2B5EF4-FFF2-40B4-BE49-F238E27FC236}">
                <a16:creationId xmlns:a16="http://schemas.microsoft.com/office/drawing/2014/main" id="{D8E9B966-EBE3-4DD9-9D64-F4254827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2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9A3AF1-A74D-4473-B406-7D751CFB48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165" y="1169304"/>
            <a:ext cx="7921670" cy="2436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D1060BF-62B1-43BE-A83F-C9994FE388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611188" y="4816724"/>
            <a:ext cx="1834730" cy="200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Anlass, Ort, Name des Mandanten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6B5995-2558-46D2-9FBA-64D6B27C94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7907222" y="4816724"/>
            <a:ext cx="625612" cy="200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 </a:t>
            </a:r>
            <a:fld id="{AD6E9457-7FC1-0042-B9BF-44F7F1E09D3B}" type="slidenum">
              <a:t>‹Nr.›</a:t>
            </a:fld>
            <a:r>
              <a:t> -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51B59ABF-C5FF-4BD6-9431-1D57AED69AB5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1188" y="1412951"/>
            <a:ext cx="7921626" cy="243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Masteruntertitelformat bearbeiten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33E7F738-8C39-45FD-B954-1AA27A783A54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11165" y="1887538"/>
            <a:ext cx="7921670" cy="6842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Erste Ebene</a:t>
            </a:r>
          </a:p>
        </p:txBody>
      </p:sp>
      <p:sp>
        <p:nvSpPr>
          <p:cNvPr id="36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23159D71-96A2-4DF8-87AC-7CC606C82855}"/>
              </a:ext>
            </a:extLst>
          </p:cNvPr>
          <p:cNvSpPr>
            <a:spLocks xmlns:a="http://schemas.openxmlformats.org/drawingml/2006/main" noGrp="1"/>
          </p:cNvSpPr>
          <p:nvPr>
            <p:ph idx="27" hasCustomPrompt="1"/>
          </p:nvPr>
        </p:nvSpPr>
        <p:spPr>
          <a:xfrm xmlns:a="http://schemas.openxmlformats.org/drawingml/2006/main">
            <a:off x="611188" y="2630488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45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E5E27B76-166E-467D-9C13-5AC0696D69E5}"/>
              </a:ext>
            </a:extLst>
          </p:cNvPr>
          <p:cNvSpPr>
            <a:spLocks xmlns:a="http://schemas.openxmlformats.org/drawingml/2006/main" noGrp="1"/>
          </p:cNvSpPr>
          <p:nvPr>
            <p:ph idx="35" hasCustomPrompt="1"/>
          </p:nvPr>
        </p:nvSpPr>
        <p:spPr>
          <a:xfrm xmlns:a="http://schemas.openxmlformats.org/drawingml/2006/main">
            <a:off x="2935182" y="2630488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46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F55CDC45-9FD6-4F22-923B-B6F62814C5D1}"/>
              </a:ext>
            </a:extLst>
          </p:cNvPr>
          <p:cNvSpPr>
            <a:spLocks xmlns:a="http://schemas.openxmlformats.org/drawingml/2006/main" noGrp="1"/>
          </p:cNvSpPr>
          <p:nvPr>
            <p:ph idx="36" hasCustomPrompt="1"/>
          </p:nvPr>
        </p:nvSpPr>
        <p:spPr>
          <a:xfrm xmlns:a="http://schemas.openxmlformats.org/drawingml/2006/main">
            <a:off x="5059257" y="2630488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47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80CC5810-694E-40DA-8EA9-44C295B8D794}"/>
              </a:ext>
            </a:extLst>
          </p:cNvPr>
          <p:cNvSpPr>
            <a:spLocks xmlns:a="http://schemas.openxmlformats.org/drawingml/2006/main" noGrp="1"/>
          </p:cNvSpPr>
          <p:nvPr>
            <p:ph idx="37" hasCustomPrompt="1"/>
          </p:nvPr>
        </p:nvSpPr>
        <p:spPr>
          <a:xfrm xmlns:a="http://schemas.openxmlformats.org/drawingml/2006/main">
            <a:off x="7524729" y="2630488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52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C91E249B-B1AF-44AD-9305-647FB844C4C9}"/>
              </a:ext>
            </a:extLst>
          </p:cNvPr>
          <p:cNvSpPr>
            <a:spLocks xmlns:a="http://schemas.openxmlformats.org/drawingml/2006/main" noGrp="1"/>
          </p:cNvSpPr>
          <p:nvPr>
            <p:ph idx="38" hasCustomPrompt="1"/>
          </p:nvPr>
        </p:nvSpPr>
        <p:spPr>
          <a:xfrm xmlns:a="http://schemas.openxmlformats.org/drawingml/2006/main">
            <a:off x="611188" y="3723387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53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C65109A3-2567-489A-B7D8-9A2822B264DE}"/>
              </a:ext>
            </a:extLst>
          </p:cNvPr>
          <p:cNvSpPr>
            <a:spLocks xmlns:a="http://schemas.openxmlformats.org/drawingml/2006/main" noGrp="1"/>
          </p:cNvSpPr>
          <p:nvPr>
            <p:ph idx="39" hasCustomPrompt="1"/>
          </p:nvPr>
        </p:nvSpPr>
        <p:spPr>
          <a:xfrm xmlns:a="http://schemas.openxmlformats.org/drawingml/2006/main">
            <a:off x="2935182" y="3723387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54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3661312B-34A4-4F90-AA38-70EB56D4D797}"/>
              </a:ext>
            </a:extLst>
          </p:cNvPr>
          <p:cNvSpPr>
            <a:spLocks xmlns:a="http://schemas.openxmlformats.org/drawingml/2006/main" noGrp="1"/>
          </p:cNvSpPr>
          <p:nvPr>
            <p:ph idx="40" hasCustomPrompt="1"/>
          </p:nvPr>
        </p:nvSpPr>
        <p:spPr>
          <a:xfrm xmlns:a="http://schemas.openxmlformats.org/drawingml/2006/main">
            <a:off x="5059257" y="3723387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55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C85B1EA6-6D68-4BF8-A406-7FDE028B018B}"/>
              </a:ext>
            </a:extLst>
          </p:cNvPr>
          <p:cNvSpPr>
            <a:spLocks xmlns:a="http://schemas.openxmlformats.org/drawingml/2006/main" noGrp="1"/>
          </p:cNvSpPr>
          <p:nvPr>
            <p:ph idx="41" hasCustomPrompt="1"/>
          </p:nvPr>
        </p:nvSpPr>
        <p:spPr>
          <a:xfrm xmlns:a="http://schemas.openxmlformats.org/drawingml/2006/main">
            <a:off x="7524729" y="3723387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4DA88D3-9B43-4361-8A38-D0BD70D1406D}"/>
              </a:ext>
            </a:extLst>
          </p:cNvPr>
          <p:cNvSpPr>
            <a:spLocks xmlns:a="http://schemas.openxmlformats.org/drawingml/2006/main" noGrp="1"/>
          </p:cNvSpPr>
          <p:nvPr>
            <p:ph type="dt" idx="4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fld id="{7BD056D4-3C50-4FB4-BD01-4F54E4BD9C92}" type="datetime1">
              <a:t>28.09.2026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2 Mandante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 hidden="1">
            <a:extLst xmlns:a="http://schemas.openxmlformats.org/drawingml/2006/main">
              <a:ext uri="{FF2B5EF4-FFF2-40B4-BE49-F238E27FC236}">
                <a16:creationId xmlns:a16="http://schemas.microsoft.com/office/drawing/2014/main" id="{88CE863B-27FA-4E96-A133-08144657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2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362473-865C-488D-9ED2-A0553A2D3A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165" y="1169304"/>
            <a:ext cx="7921670" cy="2436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F5545B32-A7A7-473D-89B0-005511E9D74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1188" y="1412951"/>
            <a:ext cx="7921626" cy="243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Masteruntertitelformat bearbeiten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93574D73-854F-4DFF-B983-16F89E58E16E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11165" y="1887538"/>
            <a:ext cx="7921670" cy="6842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Erste Ebene</a:t>
            </a:r>
          </a:p>
        </p:txBody>
      </p:sp>
      <p:sp>
        <p:nvSpPr>
          <p:cNvPr id="24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EA1CC838-A292-4CD0-8D94-9034235042E0}"/>
              </a:ext>
            </a:extLst>
          </p:cNvPr>
          <p:cNvSpPr>
            <a:spLocks xmlns:a="http://schemas.openxmlformats.org/drawingml/2006/main" noGrp="1"/>
          </p:cNvSpPr>
          <p:nvPr>
            <p:ph idx="36" hasCustomPrompt="1"/>
          </p:nvPr>
        </p:nvSpPr>
        <p:spPr>
          <a:xfrm xmlns:a="http://schemas.openxmlformats.org/drawingml/2006/main">
            <a:off x="611188" y="2630488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26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CB82009A-112F-4643-8790-D9D6366D9B38}"/>
              </a:ext>
            </a:extLst>
          </p:cNvPr>
          <p:cNvSpPr>
            <a:spLocks xmlns:a="http://schemas.openxmlformats.org/drawingml/2006/main" noGrp="1"/>
          </p:cNvSpPr>
          <p:nvPr>
            <p:ph idx="37" hasCustomPrompt="1"/>
          </p:nvPr>
        </p:nvSpPr>
        <p:spPr>
          <a:xfrm xmlns:a="http://schemas.openxmlformats.org/drawingml/2006/main">
            <a:off x="1996493" y="2630488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28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D66DE330-C26A-4786-B1EB-32B245E7A2C6}"/>
              </a:ext>
            </a:extLst>
          </p:cNvPr>
          <p:cNvSpPr>
            <a:spLocks xmlns:a="http://schemas.openxmlformats.org/drawingml/2006/main" noGrp="1"/>
          </p:cNvSpPr>
          <p:nvPr>
            <p:ph idx="38" hasCustomPrompt="1"/>
          </p:nvPr>
        </p:nvSpPr>
        <p:spPr>
          <a:xfrm xmlns:a="http://schemas.openxmlformats.org/drawingml/2006/main">
            <a:off x="3376612" y="2630488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34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82275EE9-D9E3-4C5E-85D2-82DBEE0D3B6C}"/>
              </a:ext>
            </a:extLst>
          </p:cNvPr>
          <p:cNvSpPr>
            <a:spLocks xmlns:a="http://schemas.openxmlformats.org/drawingml/2006/main" noGrp="1"/>
          </p:cNvSpPr>
          <p:nvPr>
            <p:ph idx="39" hasCustomPrompt="1"/>
          </p:nvPr>
        </p:nvSpPr>
        <p:spPr>
          <a:xfrm xmlns:a="http://schemas.openxmlformats.org/drawingml/2006/main">
            <a:off x="4759284" y="2630488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35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FD8368CD-1875-426F-B98D-C5F3150E6EDF}"/>
              </a:ext>
            </a:extLst>
          </p:cNvPr>
          <p:cNvSpPr>
            <a:spLocks xmlns:a="http://schemas.openxmlformats.org/drawingml/2006/main" noGrp="1"/>
          </p:cNvSpPr>
          <p:nvPr>
            <p:ph idx="40" hasCustomPrompt="1"/>
          </p:nvPr>
        </p:nvSpPr>
        <p:spPr>
          <a:xfrm xmlns:a="http://schemas.openxmlformats.org/drawingml/2006/main">
            <a:off x="6152640" y="2630488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36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AE3A14F6-8772-4AD2-9992-2303C0D22B7D}"/>
              </a:ext>
            </a:extLst>
          </p:cNvPr>
          <p:cNvSpPr>
            <a:spLocks xmlns:a="http://schemas.openxmlformats.org/drawingml/2006/main" noGrp="1"/>
          </p:cNvSpPr>
          <p:nvPr>
            <p:ph idx="41" hasCustomPrompt="1"/>
          </p:nvPr>
        </p:nvSpPr>
        <p:spPr>
          <a:xfrm xmlns:a="http://schemas.openxmlformats.org/drawingml/2006/main">
            <a:off x="7524814" y="2630488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49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3E6BB9A9-D3BF-4226-B9A8-58BCA9227B47}"/>
              </a:ext>
            </a:extLst>
          </p:cNvPr>
          <p:cNvSpPr>
            <a:spLocks xmlns:a="http://schemas.openxmlformats.org/drawingml/2006/main" noGrp="1"/>
          </p:cNvSpPr>
          <p:nvPr>
            <p:ph idx="42" hasCustomPrompt="1"/>
          </p:nvPr>
        </p:nvSpPr>
        <p:spPr>
          <a:xfrm xmlns:a="http://schemas.openxmlformats.org/drawingml/2006/main">
            <a:off x="611188" y="3723387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50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A053CB06-73CB-491C-971C-AE3F1588E9D3}"/>
              </a:ext>
            </a:extLst>
          </p:cNvPr>
          <p:cNvSpPr>
            <a:spLocks xmlns:a="http://schemas.openxmlformats.org/drawingml/2006/main" noGrp="1"/>
          </p:cNvSpPr>
          <p:nvPr>
            <p:ph idx="43" hasCustomPrompt="1"/>
          </p:nvPr>
        </p:nvSpPr>
        <p:spPr>
          <a:xfrm xmlns:a="http://schemas.openxmlformats.org/drawingml/2006/main">
            <a:off x="1996493" y="3723387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51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178E123F-0348-4FC1-89BA-455B9BC12C0B}"/>
              </a:ext>
            </a:extLst>
          </p:cNvPr>
          <p:cNvSpPr>
            <a:spLocks xmlns:a="http://schemas.openxmlformats.org/drawingml/2006/main" noGrp="1"/>
          </p:cNvSpPr>
          <p:nvPr>
            <p:ph idx="44" hasCustomPrompt="1"/>
          </p:nvPr>
        </p:nvSpPr>
        <p:spPr>
          <a:xfrm xmlns:a="http://schemas.openxmlformats.org/drawingml/2006/main">
            <a:off x="3376612" y="3723387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52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EE64647C-B007-4B97-B161-AE9D74597049}"/>
              </a:ext>
            </a:extLst>
          </p:cNvPr>
          <p:cNvSpPr>
            <a:spLocks xmlns:a="http://schemas.openxmlformats.org/drawingml/2006/main" noGrp="1"/>
          </p:cNvSpPr>
          <p:nvPr>
            <p:ph idx="45" hasCustomPrompt="1"/>
          </p:nvPr>
        </p:nvSpPr>
        <p:spPr>
          <a:xfrm xmlns:a="http://schemas.openxmlformats.org/drawingml/2006/main">
            <a:off x="4759284" y="3723387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53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FC25289F-9D87-4BBA-AFE9-EC493ED9DF6F}"/>
              </a:ext>
            </a:extLst>
          </p:cNvPr>
          <p:cNvSpPr>
            <a:spLocks xmlns:a="http://schemas.openxmlformats.org/drawingml/2006/main" noGrp="1"/>
          </p:cNvSpPr>
          <p:nvPr>
            <p:ph idx="46" hasCustomPrompt="1"/>
          </p:nvPr>
        </p:nvSpPr>
        <p:spPr>
          <a:xfrm xmlns:a="http://schemas.openxmlformats.org/drawingml/2006/main">
            <a:off x="6152640" y="3723387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54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10B85252-7F90-4CD8-99FF-D5B94F43B305}"/>
              </a:ext>
            </a:extLst>
          </p:cNvPr>
          <p:cNvSpPr>
            <a:spLocks xmlns:a="http://schemas.openxmlformats.org/drawingml/2006/main" noGrp="1"/>
          </p:cNvSpPr>
          <p:nvPr>
            <p:ph idx="47" hasCustomPrompt="1"/>
          </p:nvPr>
        </p:nvSpPr>
        <p:spPr>
          <a:xfrm xmlns:a="http://schemas.openxmlformats.org/drawingml/2006/main">
            <a:off x="7524814" y="3723387"/>
            <a:ext cx="1008062" cy="100806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C1675284-067C-4D91-B2CC-61ACFDDD2619}"/>
              </a:ext>
            </a:extLst>
          </p:cNvPr>
          <p:cNvSpPr>
            <a:spLocks xmlns:a="http://schemas.openxmlformats.org/drawingml/2006/main" noGrp="1"/>
          </p:cNvSpPr>
          <p:nvPr>
            <p:ph type="dt" idx="4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fld id="{2FA0C185-CF81-4D16-AED9-F7E1F85CFCDE}" type="datetime1">
              <a:t>28.09.2026</a:t>
            </a:fld>
            <a:endParaRPr/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CD85F05E-48C3-49FC-AD4E-B104EC75824E}"/>
              </a:ext>
            </a:extLst>
          </p:cNvPr>
          <p:cNvSpPr>
            <a:spLocks xmlns:a="http://schemas.openxmlformats.org/drawingml/2006/main" noGrp="1"/>
          </p:cNvSpPr>
          <p:nvPr>
            <p:ph type="ftr" idx="4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Anlass, Ort, Name des Mandanten</a:t>
            </a:r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CB050AF1-D9D9-464D-BEE4-29C963DAD8D5}"/>
              </a:ext>
            </a:extLst>
          </p:cNvPr>
          <p:cNvSpPr>
            <a:spLocks xmlns:a="http://schemas.openxmlformats.org/drawingml/2006/main" noGrp="1"/>
          </p:cNvSpPr>
          <p:nvPr>
            <p:ph type="sldNum" idx="5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- </a:t>
            </a:r>
            <a:fld id="{AD6E9457-7FC1-0042-B9BF-44F7F1E09D3B}" type="slidenum">
              <a:t>‹Nr.›</a:t>
            </a:fld>
            <a:r>
              <a:t> -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15 Mandante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 hidden="1">
            <a:extLst xmlns:a="http://schemas.openxmlformats.org/drawingml/2006/main">
              <a:ext uri="{FF2B5EF4-FFF2-40B4-BE49-F238E27FC236}">
                <a16:creationId xmlns:a16="http://schemas.microsoft.com/office/drawing/2014/main" id="{9A79AD6C-5E80-43FC-AC32-6EDF290AC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2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575E23F-D021-4598-81AD-7C2C7ECFB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165" y="1169304"/>
            <a:ext cx="7921670" cy="2436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4E1B8E38-CF8E-4B7B-8158-1FCEFDF150D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1188" y="1412951"/>
            <a:ext cx="7921626" cy="243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Masteruntertitelformat bearbeiten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ED808A89-B0D4-4636-BB67-BC50F784ADC7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11165" y="1887538"/>
            <a:ext cx="7921670" cy="68421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FontTx/>
              <a:buNone/>
              <a:defRPr/>
            </a:lvl1pPr>
            <a:lvl2pPr marL="171450" indent="-171450">
              <a:buFont typeface="Wingdings"/>
              <a:buChar char="§"/>
              <a:defRPr/>
            </a:lvl2pPr>
          </a:lstStyle>
          <a:p xmlns:a="http://schemas.openxmlformats.org/drawingml/2006/main">
            <a:pPr lvl="0">
              <a:buNone/>
            </a:pPr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</p:txBody>
      </p:sp>
      <p:sp>
        <p:nvSpPr>
          <p:cNvPr id="81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EBFDB6E0-D248-4255-8F17-15DA58820061}"/>
              </a:ext>
            </a:extLst>
          </p:cNvPr>
          <p:cNvSpPr>
            <a:spLocks xmlns:a="http://schemas.openxmlformats.org/drawingml/2006/main" noGrp="1"/>
          </p:cNvSpPr>
          <p:nvPr>
            <p:ph idx="42" hasCustomPrompt="1"/>
          </p:nvPr>
        </p:nvSpPr>
        <p:spPr>
          <a:xfrm xmlns:a="http://schemas.openxmlformats.org/drawingml/2006/main">
            <a:off x="611188" y="2630488"/>
            <a:ext cx="880704" cy="88077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82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120A8B7E-4740-4E4B-9EB2-D844A989A113}"/>
              </a:ext>
            </a:extLst>
          </p:cNvPr>
          <p:cNvSpPr>
            <a:spLocks xmlns:a="http://schemas.openxmlformats.org/drawingml/2006/main" noGrp="1"/>
          </p:cNvSpPr>
          <p:nvPr>
            <p:ph idx="43" hasCustomPrompt="1"/>
          </p:nvPr>
        </p:nvSpPr>
        <p:spPr>
          <a:xfrm xmlns:a="http://schemas.openxmlformats.org/drawingml/2006/main">
            <a:off x="1616966" y="2630488"/>
            <a:ext cx="880704" cy="88077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83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9AB14CCB-6B35-41F2-9DA4-E69B5051B16D}"/>
              </a:ext>
            </a:extLst>
          </p:cNvPr>
          <p:cNvSpPr>
            <a:spLocks xmlns:a="http://schemas.openxmlformats.org/drawingml/2006/main" noGrp="1"/>
          </p:cNvSpPr>
          <p:nvPr>
            <p:ph idx="44" hasCustomPrompt="1"/>
          </p:nvPr>
        </p:nvSpPr>
        <p:spPr>
          <a:xfrm xmlns:a="http://schemas.openxmlformats.org/drawingml/2006/main">
            <a:off x="2622949" y="2630488"/>
            <a:ext cx="880704" cy="88077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84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2672A1C8-022B-41D0-8FBD-3FC6276F7930}"/>
              </a:ext>
            </a:extLst>
          </p:cNvPr>
          <p:cNvSpPr>
            <a:spLocks xmlns:a="http://schemas.openxmlformats.org/drawingml/2006/main" noGrp="1"/>
          </p:cNvSpPr>
          <p:nvPr>
            <p:ph idx="45" hasCustomPrompt="1"/>
          </p:nvPr>
        </p:nvSpPr>
        <p:spPr>
          <a:xfrm xmlns:a="http://schemas.openxmlformats.org/drawingml/2006/main">
            <a:off x="3628727" y="2630488"/>
            <a:ext cx="880704" cy="88077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85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723E5E8B-7F3F-4532-859B-6E5CEDE3EBED}"/>
              </a:ext>
            </a:extLst>
          </p:cNvPr>
          <p:cNvSpPr>
            <a:spLocks xmlns:a="http://schemas.openxmlformats.org/drawingml/2006/main" noGrp="1"/>
          </p:cNvSpPr>
          <p:nvPr>
            <p:ph idx="46" hasCustomPrompt="1"/>
          </p:nvPr>
        </p:nvSpPr>
        <p:spPr>
          <a:xfrm xmlns:a="http://schemas.openxmlformats.org/drawingml/2006/main">
            <a:off x="4634503" y="2630488"/>
            <a:ext cx="880704" cy="88077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86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A9BF7205-D115-42A0-85E9-C0F1E53E411B}"/>
              </a:ext>
            </a:extLst>
          </p:cNvPr>
          <p:cNvSpPr>
            <a:spLocks xmlns:a="http://schemas.openxmlformats.org/drawingml/2006/main" noGrp="1"/>
          </p:cNvSpPr>
          <p:nvPr>
            <p:ph idx="47" hasCustomPrompt="1"/>
          </p:nvPr>
        </p:nvSpPr>
        <p:spPr>
          <a:xfrm xmlns:a="http://schemas.openxmlformats.org/drawingml/2006/main">
            <a:off x="5640281" y="2630488"/>
            <a:ext cx="880704" cy="88077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87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0C9CDE7D-D047-4ED6-8617-25C809EC2E9E}"/>
              </a:ext>
            </a:extLst>
          </p:cNvPr>
          <p:cNvSpPr>
            <a:spLocks xmlns:a="http://schemas.openxmlformats.org/drawingml/2006/main" noGrp="1"/>
          </p:cNvSpPr>
          <p:nvPr>
            <p:ph idx="48" hasCustomPrompt="1"/>
          </p:nvPr>
        </p:nvSpPr>
        <p:spPr>
          <a:xfrm xmlns:a="http://schemas.openxmlformats.org/drawingml/2006/main">
            <a:off x="6646264" y="2630488"/>
            <a:ext cx="880704" cy="88077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88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BBC1FC9C-40E5-4A9F-AAFA-36BF900826BD}"/>
              </a:ext>
            </a:extLst>
          </p:cNvPr>
          <p:cNvSpPr>
            <a:spLocks xmlns:a="http://schemas.openxmlformats.org/drawingml/2006/main" noGrp="1"/>
          </p:cNvSpPr>
          <p:nvPr>
            <p:ph idx="49" hasCustomPrompt="1"/>
          </p:nvPr>
        </p:nvSpPr>
        <p:spPr>
          <a:xfrm xmlns:a="http://schemas.openxmlformats.org/drawingml/2006/main">
            <a:off x="7652042" y="2630488"/>
            <a:ext cx="880704" cy="88077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89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CB22D043-B9A4-4A28-9FEC-CE5E83058BFA}"/>
              </a:ext>
            </a:extLst>
          </p:cNvPr>
          <p:cNvSpPr>
            <a:spLocks xmlns:a="http://schemas.openxmlformats.org/drawingml/2006/main" noGrp="1"/>
          </p:cNvSpPr>
          <p:nvPr>
            <p:ph idx="50" hasCustomPrompt="1"/>
          </p:nvPr>
        </p:nvSpPr>
        <p:spPr>
          <a:xfrm xmlns:a="http://schemas.openxmlformats.org/drawingml/2006/main">
            <a:off x="1114177" y="3637095"/>
            <a:ext cx="880704" cy="88077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90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07B79D0F-7EE7-4633-868D-FB2CDDBBD9BF}"/>
              </a:ext>
            </a:extLst>
          </p:cNvPr>
          <p:cNvSpPr>
            <a:spLocks xmlns:a="http://schemas.openxmlformats.org/drawingml/2006/main" noGrp="1"/>
          </p:cNvSpPr>
          <p:nvPr>
            <p:ph idx="51" hasCustomPrompt="1"/>
          </p:nvPr>
        </p:nvSpPr>
        <p:spPr>
          <a:xfrm xmlns:a="http://schemas.openxmlformats.org/drawingml/2006/main">
            <a:off x="2119955" y="3637095"/>
            <a:ext cx="880704" cy="88077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91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65BD79D8-64DB-438A-AE68-F80F1127855E}"/>
              </a:ext>
            </a:extLst>
          </p:cNvPr>
          <p:cNvSpPr>
            <a:spLocks xmlns:a="http://schemas.openxmlformats.org/drawingml/2006/main" noGrp="1"/>
          </p:cNvSpPr>
          <p:nvPr>
            <p:ph idx="52" hasCustomPrompt="1"/>
          </p:nvPr>
        </p:nvSpPr>
        <p:spPr>
          <a:xfrm xmlns:a="http://schemas.openxmlformats.org/drawingml/2006/main">
            <a:off x="3125938" y="3637095"/>
            <a:ext cx="880704" cy="88077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92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B9C69EA4-617A-4A0C-8E5E-CC1137A60A83}"/>
              </a:ext>
            </a:extLst>
          </p:cNvPr>
          <p:cNvSpPr>
            <a:spLocks xmlns:a="http://schemas.openxmlformats.org/drawingml/2006/main" noGrp="1"/>
          </p:cNvSpPr>
          <p:nvPr>
            <p:ph idx="53" hasCustomPrompt="1"/>
          </p:nvPr>
        </p:nvSpPr>
        <p:spPr>
          <a:xfrm xmlns:a="http://schemas.openxmlformats.org/drawingml/2006/main">
            <a:off x="4131716" y="3637095"/>
            <a:ext cx="880704" cy="88077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93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90116293-9F20-437F-ACE2-37022B5B0490}"/>
              </a:ext>
            </a:extLst>
          </p:cNvPr>
          <p:cNvSpPr>
            <a:spLocks xmlns:a="http://schemas.openxmlformats.org/drawingml/2006/main" noGrp="1"/>
          </p:cNvSpPr>
          <p:nvPr>
            <p:ph idx="54" hasCustomPrompt="1"/>
          </p:nvPr>
        </p:nvSpPr>
        <p:spPr>
          <a:xfrm xmlns:a="http://schemas.openxmlformats.org/drawingml/2006/main">
            <a:off x="5137492" y="3637095"/>
            <a:ext cx="880704" cy="88077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94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F7BC595D-B14B-48BF-BDE6-F0DC8F62578E}"/>
              </a:ext>
            </a:extLst>
          </p:cNvPr>
          <p:cNvSpPr>
            <a:spLocks xmlns:a="http://schemas.openxmlformats.org/drawingml/2006/main" noGrp="1"/>
          </p:cNvSpPr>
          <p:nvPr>
            <p:ph idx="55" hasCustomPrompt="1"/>
          </p:nvPr>
        </p:nvSpPr>
        <p:spPr>
          <a:xfrm xmlns:a="http://schemas.openxmlformats.org/drawingml/2006/main">
            <a:off x="6143270" y="3637095"/>
            <a:ext cx="880704" cy="88077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95" name="Inhaltsplatzhalter 17">
            <a:extLst xmlns:a="http://schemas.openxmlformats.org/drawingml/2006/main">
              <a:ext uri="{FF2B5EF4-FFF2-40B4-BE49-F238E27FC236}">
                <a16:creationId xmlns:a16="http://schemas.microsoft.com/office/drawing/2014/main" id="{D43AAE37-194C-4B27-8F20-6D856BA8F88F}"/>
              </a:ext>
            </a:extLst>
          </p:cNvPr>
          <p:cNvSpPr>
            <a:spLocks xmlns:a="http://schemas.openxmlformats.org/drawingml/2006/main" noGrp="1"/>
          </p:cNvSpPr>
          <p:nvPr>
            <p:ph idx="56" hasCustomPrompt="1"/>
          </p:nvPr>
        </p:nvSpPr>
        <p:spPr>
          <a:xfrm xmlns:a="http://schemas.openxmlformats.org/drawingml/2006/main">
            <a:off x="7149253" y="3637095"/>
            <a:ext cx="880704" cy="880772"/>
          </a:xfrm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>
                <a:solidFill>
                  <a:schemeClr val="accent6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DF0CDE-2A65-47B9-8C0E-26B21D673EAC}"/>
              </a:ext>
            </a:extLst>
          </p:cNvPr>
          <p:cNvSpPr>
            <a:spLocks xmlns:a="http://schemas.openxmlformats.org/drawingml/2006/main" noGrp="1"/>
          </p:cNvSpPr>
          <p:nvPr>
            <p:ph type="dt" idx="5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fld id="{53ABCEF1-50BA-4091-A337-77804E154A95}" type="datetime1">
              <a:t>28.09.2026</a:t>
            </a:fld>
            <a:endParaRPr/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A9958245-A2FF-439D-A9AD-0F30420482D2}"/>
              </a:ext>
            </a:extLst>
          </p:cNvPr>
          <p:cNvSpPr>
            <a:spLocks xmlns:a="http://schemas.openxmlformats.org/drawingml/2006/main" noGrp="1"/>
          </p:cNvSpPr>
          <p:nvPr>
            <p:ph type="ftr" idx="5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Anlass, Ort, Name des Mandanten</a:t>
            </a:r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737AA4F7-7CC5-4C44-9B37-1FE5DC100956}"/>
              </a:ext>
            </a:extLst>
          </p:cNvPr>
          <p:cNvSpPr>
            <a:spLocks xmlns:a="http://schemas.openxmlformats.org/drawingml/2006/main" noGrp="1"/>
          </p:cNvSpPr>
          <p:nvPr>
            <p:ph type="sldNum" idx="5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- </a:t>
            </a:r>
            <a:fld id="{AD6E9457-7FC1-0042-B9BF-44F7F1E09D3B}" type="slidenum">
              <a:t>‹Nr.›</a:t>
            </a:fld>
            <a:r>
              <a:t> -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Titel und Bild mit 3 kurze Tex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 hidden="1">
            <a:extLst xmlns:a="http://schemas.openxmlformats.org/drawingml/2006/main">
              <a:ext uri="{FF2B5EF4-FFF2-40B4-BE49-F238E27FC236}">
                <a16:creationId xmlns:a16="http://schemas.microsoft.com/office/drawing/2014/main" id="{E3CA4A3F-6052-4B86-A309-A8AB6024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2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AD2577-D23C-4754-ABBD-7E0E1B4C39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165" y="1169304"/>
            <a:ext cx="7921670" cy="2436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01CAF340-2062-4D2F-BA29-2E5ED5B2012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11188" y="1412951"/>
            <a:ext cx="7921626" cy="2436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Masteruntertitelformat bearbeiten</a:t>
            </a:r>
          </a:p>
        </p:txBody>
      </p:sp>
      <p:sp>
        <p:nvSpPr>
          <p:cNvPr id="27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27B1153D-5C0B-4D88-BD54-D24720DC4AE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11167" y="4054999"/>
            <a:ext cx="2064549" cy="569389"/>
          </a:xfrm>
        </p:spPr>
        <p:txBody>
          <a:bodyPr xmlns:a="http://schemas.openxmlformats.org/drawingml/2006/main" lIns="39600" tIns="39600" rIns="39600" bIns="39600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800"/>
            </a:lvl1pPr>
            <a:lvl2pPr>
              <a:lnSpc>
                <a:spcPct val="100000"/>
              </a:lnSpc>
              <a:buNone/>
              <a:defRPr sz="800"/>
            </a:lvl2pPr>
            <a:lvl3pPr>
              <a:lnSpc>
                <a:spcPct val="100000"/>
              </a:lnSpc>
              <a:buNone/>
              <a:defRPr sz="800"/>
            </a:lvl3pPr>
            <a:lvl4pPr>
              <a:lnSpc>
                <a:spcPct val="100000"/>
              </a:lnSpc>
              <a:buNone/>
              <a:defRPr sz="800"/>
            </a:lvl4pPr>
            <a:lvl5pPr>
              <a:lnSpc>
                <a:spcPct val="10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28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2B2ACC74-96DD-4328-8553-C853FCA4C429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468265" y="4054999"/>
            <a:ext cx="2064549" cy="569389"/>
          </a:xfrm>
        </p:spPr>
        <p:txBody>
          <a:bodyPr xmlns:a="http://schemas.openxmlformats.org/drawingml/2006/main" lIns="39600" tIns="39600" rIns="39600" bIns="39600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800"/>
            </a:lvl1pPr>
            <a:lvl2pPr>
              <a:lnSpc>
                <a:spcPct val="100000"/>
              </a:lnSpc>
              <a:buNone/>
              <a:defRPr sz="800"/>
            </a:lvl2pPr>
            <a:lvl3pPr>
              <a:lnSpc>
                <a:spcPct val="100000"/>
              </a:lnSpc>
              <a:buNone/>
              <a:defRPr sz="800"/>
            </a:lvl3pPr>
            <a:lvl4pPr>
              <a:lnSpc>
                <a:spcPct val="100000"/>
              </a:lnSpc>
              <a:buNone/>
              <a:defRPr sz="800"/>
            </a:lvl4pPr>
            <a:lvl5pPr>
              <a:lnSpc>
                <a:spcPct val="10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29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4163FE5F-DC84-4AD4-A9AD-451C0E76D02A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3539716" y="4054999"/>
            <a:ext cx="2064549" cy="569389"/>
          </a:xfrm>
        </p:spPr>
        <p:txBody>
          <a:bodyPr xmlns:a="http://schemas.openxmlformats.org/drawingml/2006/main" lIns="39600" tIns="39600" rIns="39600" bIns="39600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800"/>
            </a:lvl1pPr>
            <a:lvl2pPr>
              <a:lnSpc>
                <a:spcPct val="100000"/>
              </a:lnSpc>
              <a:buNone/>
              <a:defRPr sz="800"/>
            </a:lvl2pPr>
            <a:lvl3pPr>
              <a:lnSpc>
                <a:spcPct val="100000"/>
              </a:lnSpc>
              <a:buNone/>
              <a:defRPr sz="800"/>
            </a:lvl3pPr>
            <a:lvl4pPr>
              <a:lnSpc>
                <a:spcPct val="100000"/>
              </a:lnSpc>
              <a:buNone/>
              <a:defRPr sz="800"/>
            </a:lvl4pPr>
            <a:lvl5pPr>
              <a:lnSpc>
                <a:spcPct val="10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Text</a:t>
            </a:r>
          </a:p>
        </p:txBody>
      </p:sp>
      <p:sp>
        <p:nvSpPr>
          <p:cNvPr id="30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C3E4F708-419F-49D7-99DE-2A5CF9B49A3E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611167" y="3681809"/>
            <a:ext cx="2064549" cy="320033"/>
          </a:xfrm>
        </p:spPr>
        <p:txBody>
          <a:bodyPr xmlns:a="http://schemas.openxmlformats.org/drawingml/2006/main" lIns="39600" tIns="39600" rIns="39600" bIns="39600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>
              <a:lnSpc>
                <a:spcPct val="100000"/>
              </a:lnSpc>
              <a:buNone/>
              <a:defRPr sz="800"/>
            </a:lvl2pPr>
            <a:lvl3pPr>
              <a:lnSpc>
                <a:spcPct val="100000"/>
              </a:lnSpc>
              <a:buNone/>
              <a:defRPr sz="800"/>
            </a:lvl3pPr>
            <a:lvl4pPr>
              <a:lnSpc>
                <a:spcPct val="100000"/>
              </a:lnSpc>
              <a:buNone/>
              <a:defRPr sz="800"/>
            </a:lvl4pPr>
            <a:lvl5pPr>
              <a:lnSpc>
                <a:spcPct val="10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Title</a:t>
            </a:r>
          </a:p>
        </p:txBody>
      </p:sp>
      <p:sp>
        <p:nvSpPr>
          <p:cNvPr id="31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8A14DE03-76D4-4F96-A4A6-33552F623996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3539716" y="3681809"/>
            <a:ext cx="2064549" cy="320033"/>
          </a:xfrm>
        </p:spPr>
        <p:txBody>
          <a:bodyPr xmlns:a="http://schemas.openxmlformats.org/drawingml/2006/main" lIns="39600" tIns="39600" rIns="39600" bIns="39600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>
              <a:lnSpc>
                <a:spcPct val="100000"/>
              </a:lnSpc>
              <a:buNone/>
              <a:defRPr sz="800"/>
            </a:lvl2pPr>
            <a:lvl3pPr>
              <a:lnSpc>
                <a:spcPct val="100000"/>
              </a:lnSpc>
              <a:buNone/>
              <a:defRPr sz="800"/>
            </a:lvl3pPr>
            <a:lvl4pPr>
              <a:lnSpc>
                <a:spcPct val="100000"/>
              </a:lnSpc>
              <a:buNone/>
              <a:defRPr sz="800"/>
            </a:lvl4pPr>
            <a:lvl5pPr>
              <a:lnSpc>
                <a:spcPct val="10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Title</a:t>
            </a:r>
          </a:p>
        </p:txBody>
      </p:sp>
      <p:sp>
        <p:nvSpPr>
          <p:cNvPr id="32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2993BCAF-EDAC-4864-95A3-233FD037E5C8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6468265" y="3681809"/>
            <a:ext cx="2064549" cy="320033"/>
          </a:xfrm>
        </p:spPr>
        <p:txBody>
          <a:bodyPr xmlns:a="http://schemas.openxmlformats.org/drawingml/2006/main" lIns="39600" tIns="39600" rIns="39600" bIns="39600">
            <a:noAutofit/>
          </a:bodyPr>
          <a:lstStyle xmlns:a="http://schemas.openxmlformats.org/drawingml/2006/main">
            <a:lvl1pPr algn="l">
              <a:lnSpc>
                <a:spcPct val="100000"/>
              </a:lnSpc>
              <a:buNone/>
              <a:defRPr sz="1600">
                <a:solidFill>
                  <a:schemeClr val="bg2"/>
                </a:solidFill>
              </a:defRPr>
            </a:lvl1pPr>
            <a:lvl2pPr>
              <a:lnSpc>
                <a:spcPct val="100000"/>
              </a:lnSpc>
              <a:buNone/>
              <a:defRPr sz="800"/>
            </a:lvl2pPr>
            <a:lvl3pPr>
              <a:lnSpc>
                <a:spcPct val="100000"/>
              </a:lnSpc>
              <a:buNone/>
              <a:defRPr sz="800"/>
            </a:lvl3pPr>
            <a:lvl4pPr>
              <a:lnSpc>
                <a:spcPct val="100000"/>
              </a:lnSpc>
              <a:buNone/>
              <a:defRPr sz="800"/>
            </a:lvl4pPr>
            <a:lvl5pPr>
              <a:lnSpc>
                <a:spcPct val="100000"/>
              </a:lnSpc>
              <a:buNone/>
              <a:defRPr sz="800"/>
            </a:lvl5pPr>
          </a:lstStyle>
          <a:p xmlns:a="http://schemas.openxmlformats.org/drawingml/2006/main">
            <a:pPr lvl="0">
              <a:buNone/>
            </a:pPr>
            <a:r>
              <a:t>Title</a:t>
            </a:r>
          </a:p>
        </p:txBody>
      </p:sp>
      <p:sp>
        <p:nvSpPr>
          <p:cNvPr id="20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17ABC26F-1DDF-4311-B5C7-9F018F0826E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611187" y="1887538"/>
            <a:ext cx="7921647" cy="174111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Bild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5EC54F9B-7261-4671-9750-7E103CDBD355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fld id="{CA993D09-38C1-47A8-8D8A-5B18C13BD211}" type="datetime1">
              <a:t>28.09.2026</a:t>
            </a:fld>
            <a:endParaRPr/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4F26618D-76C9-4E25-B064-52E624CAB31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Anlass, Ort, Name des Mandanten</a:t>
            </a:r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5DA9D861-9A1A-42CF-82D9-A3C32CC81574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- </a:t>
            </a:r>
            <a:fld id="{AD6E9457-7FC1-0042-B9BF-44F7F1E09D3B}" type="slidenum">
              <a:t>‹Nr.›</a:t>
            </a:fld>
            <a:r>
              <a:t> -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>
  <p:cSld name="Auszug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 hidden="1">
            <a:extLst xmlns:a="http://schemas.openxmlformats.org/drawingml/2006/main">
              <a:ext uri="{FF2B5EF4-FFF2-40B4-BE49-F238E27FC236}">
                <a16:creationId xmlns:a16="http://schemas.microsoft.com/office/drawing/2014/main" id="{34F7D4EE-CF4D-4C61-9260-B41C6145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2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12" name="Shape 540">
            <a:extLst xmlns:a="http://schemas.openxmlformats.org/drawingml/2006/main">
              <a:ext uri="{FF2B5EF4-FFF2-40B4-BE49-F238E27FC236}">
                <a16:creationId xmlns:a16="http://schemas.microsoft.com/office/drawing/2014/main" id="{870FA5CA-CB1F-49B1-9439-580CC56D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164" y="1166812"/>
            <a:ext cx="7921671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 w="3175"/>
        </p:spPr>
        <p:txBody>
          <a:bodyPr xmlns:a="http://schemas.openxmlformats.org/drawingml/2006/main" lIns="38100" tIns="38100" rIns="38100" bIns="38100" anchor="ctr"/>
          <a:lstStyle xmlns:a="http://schemas.openxmlformats.org/drawingml/2006/main"/>
          <a:p xmlns:a="http://schemas.openxmlformats.org/drawingml/2006/main">
            <a:pPr algn="ctr">
              <a:buNone/>
              <a:defRPr sz="30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</a:defRPr>
            </a:pPr>
            <a:endParaRPr sz="2400"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B64E58-597D-4491-A0BC-DB3F888D6B3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09289" y="1176680"/>
            <a:ext cx="7525420" cy="708659"/>
          </a:xfrm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Paragraf [Norm]</a:t>
            </a:r>
          </a:p>
        </p:txBody>
      </p:sp>
      <p:sp>
        <p:nvSpPr>
          <p:cNvPr id="13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73356F2E-DB6B-4E73-B27E-6726660A52D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809288" y="2016716"/>
            <a:ext cx="7525421" cy="2395264"/>
          </a:xfrm>
        </p:spPr>
        <p:txBody>
          <a:bodyPr xmlns:a="http://schemas.openxmlformats.org/drawingml/2006/main" lIns="39600" tIns="39600" rIns="39600" bIns="39600"/>
          <a:lstStyle xmlns:a="http://schemas.openxmlformats.org/drawingml/2006/main">
            <a:lvl1pPr>
              <a:buNone/>
              <a:defRPr sz="1100"/>
            </a:lvl1pPr>
            <a:lvl2pPr marL="171450" indent="-171450">
              <a:buFont typeface="Wingdings"/>
              <a:buChar char="§"/>
              <a:defRPr sz="1100"/>
            </a:lvl2pPr>
            <a:lvl3pPr>
              <a:buNone/>
              <a:defRPr sz="1100"/>
            </a:lvl3pPr>
            <a:lvl4pPr>
              <a:buNone/>
              <a:defRPr sz="1100"/>
            </a:lvl4pPr>
            <a:lvl5pPr>
              <a:buNone/>
              <a:defRPr sz="1100"/>
            </a:lvl5pPr>
            <a:lvl6pPr>
              <a:buNone/>
              <a:defRPr/>
            </a:lvl6pPr>
            <a:lvl7pPr>
              <a:buNone/>
              <a:defRPr/>
            </a:lvl7pPr>
          </a:lstStyle>
          <a:p xmlns:a="http://schemas.openxmlformats.org/drawingml/2006/main">
            <a:pPr lvl="0">
              <a:buNone/>
            </a:pPr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3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2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71C9C5CC-7C68-4988-9437-4CE8C8064C62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fld id="{6FA81FC7-92E5-469E-B7BC-8E31DB051D62}" type="datetime1">
              <a:t>28.09.2026</a:t>
            </a:fld>
            <a:endParaRPr/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DA57DDB-9C9F-4002-BB26-A9F83BA8AA96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Anlass, Ort, Name des Mandanten</a:t>
            </a:r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E5D6EA39-08D3-439C-8E6E-F5C3BB944F8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- </a:t>
            </a:r>
            <a:fld id="{AD6E9457-7FC1-0042-B9BF-44F7F1E09D3B}" type="slidenum">
              <a:t>‹Nr.›</a:t>
            </a:fld>
            <a:r>
              <a:t> -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>
  <p:cSld name="Titel und Text mit 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 hidden="1">
            <a:extLst xmlns:a="http://schemas.openxmlformats.org/drawingml/2006/main">
              <a:ext uri="{FF2B5EF4-FFF2-40B4-BE49-F238E27FC236}">
                <a16:creationId xmlns:a16="http://schemas.microsoft.com/office/drawing/2014/main" id="{DB9E4783-330B-416C-863B-97D750BA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2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1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4D6FD7D0-2F4B-4076-A9D2-7C4F6AC84ADF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11187" y="1166813"/>
            <a:ext cx="2844733" cy="345757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Bild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A371AC-CFA7-4674-9953-7D822E542F3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921253" y="1166813"/>
            <a:ext cx="2844734" cy="24364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Titelformat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7702A8E6-9695-4484-8E52-DFCBD019505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921257" y="1478680"/>
            <a:ext cx="2844718" cy="138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indent="0">
              <a:lnSpc>
                <a:spcPct val="100000"/>
              </a:lnSpc>
              <a:buNone/>
              <a:defRPr sz="900" cap="all" spc="360" baseline="0">
                <a:solidFill>
                  <a:schemeClr val="accent5"/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untertitelformat</a:t>
            </a:r>
          </a:p>
        </p:txBody>
      </p:sp>
      <p:sp>
        <p:nvSpPr>
          <p:cNvPr id="16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00655D27-1299-47E4-B878-8DDEEFBA9111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3921255" y="2239152"/>
            <a:ext cx="4611559" cy="2385235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1000"/>
            </a:lvl1pPr>
            <a:lvl2pPr marL="171450" indent="-171450">
              <a:lnSpc>
                <a:spcPct val="100000"/>
              </a:lnSpc>
              <a:buFont typeface="Wingdings"/>
              <a:buChar char="§"/>
              <a:defRPr sz="1000"/>
            </a:lvl2pPr>
            <a:lvl3pPr>
              <a:lnSpc>
                <a:spcPct val="100000"/>
              </a:lnSpc>
              <a:buNone/>
              <a:defRPr sz="1000"/>
            </a:lvl3pPr>
            <a:lvl4pPr>
              <a:lnSpc>
                <a:spcPct val="100000"/>
              </a:lnSpc>
              <a:buNone/>
              <a:defRPr sz="1000"/>
            </a:lvl4pPr>
            <a:lvl5pPr>
              <a:lnSpc>
                <a:spcPct val="100000"/>
              </a:lnSpc>
              <a:buNone/>
              <a:defRPr sz="1000">
                <a:solidFill>
                  <a:schemeClr val="accent5"/>
                </a:solidFill>
              </a:defRPr>
            </a:lvl5pPr>
            <a:lvl6pPr>
              <a:buNone/>
              <a:defRPr/>
            </a:lvl6pPr>
            <a:lvl7pPr>
              <a:buNone/>
              <a:defRPr/>
            </a:lvl7pPr>
          </a:lstStyle>
          <a:p xmlns:a="http://schemas.openxmlformats.org/drawingml/2006/main">
            <a:pPr lvl="0">
              <a:buNone/>
            </a:pPr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4">
              <a:buNone/>
            </a:pPr>
            <a:endParaRPr/>
          </a:p>
        </p:txBody>
      </p:sp>
      <p:sp>
        <p:nvSpPr>
          <p:cNvPr id="37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4405FE36-AF64-4B22-903E-01CC4C44AA5E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7081952" y="1461567"/>
            <a:ext cx="278253" cy="27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>
              <a:lumMod val="25000"/>
            </a:schemeClr>
          </a:solidFill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lnSpc>
                <a:spcPct val="100000"/>
              </a:lnSpc>
              <a:buNone/>
              <a:defRPr sz="1000"/>
            </a:lvl2pPr>
            <a:lvl3pPr>
              <a:lnSpc>
                <a:spcPct val="100000"/>
              </a:lnSpc>
              <a:buNone/>
              <a:defRPr sz="1000"/>
            </a:lvl3pPr>
            <a:lvl4pPr>
              <a:lnSpc>
                <a:spcPct val="100000"/>
              </a:lnSpc>
              <a:buNone/>
              <a:defRPr sz="1000"/>
            </a:lvl4pPr>
            <a:lvl5pPr>
              <a:lnSpc>
                <a:spcPct val="10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.</a:t>
            </a:r>
          </a:p>
        </p:txBody>
      </p:sp>
      <p:sp>
        <p:nvSpPr>
          <p:cNvPr id="38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B20B381A-A485-4F5D-85D5-D05BA226ABA7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7433590" y="1461567"/>
            <a:ext cx="278253" cy="27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>
              <a:lumMod val="25000"/>
            </a:schemeClr>
          </a:solidFill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lnSpc>
                <a:spcPct val="100000"/>
              </a:lnSpc>
              <a:buNone/>
              <a:defRPr sz="1000"/>
            </a:lvl2pPr>
            <a:lvl3pPr>
              <a:lnSpc>
                <a:spcPct val="100000"/>
              </a:lnSpc>
              <a:buNone/>
              <a:defRPr sz="1000"/>
            </a:lvl3pPr>
            <a:lvl4pPr>
              <a:lnSpc>
                <a:spcPct val="100000"/>
              </a:lnSpc>
              <a:buNone/>
              <a:defRPr sz="1000"/>
            </a:lvl4pPr>
            <a:lvl5pPr>
              <a:lnSpc>
                <a:spcPct val="10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.</a:t>
            </a:r>
          </a:p>
        </p:txBody>
      </p:sp>
      <p:sp>
        <p:nvSpPr>
          <p:cNvPr id="39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8BE5AD1C-CB67-4C83-B3C4-A8D79BF7F5A7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7785228" y="1461567"/>
            <a:ext cx="278253" cy="27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>
              <a:lumMod val="25000"/>
            </a:schemeClr>
          </a:solidFill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lnSpc>
                <a:spcPct val="100000"/>
              </a:lnSpc>
              <a:buNone/>
              <a:defRPr sz="1000"/>
            </a:lvl2pPr>
            <a:lvl3pPr>
              <a:lnSpc>
                <a:spcPct val="100000"/>
              </a:lnSpc>
              <a:buNone/>
              <a:defRPr sz="1000"/>
            </a:lvl3pPr>
            <a:lvl4pPr>
              <a:lnSpc>
                <a:spcPct val="100000"/>
              </a:lnSpc>
              <a:buNone/>
              <a:defRPr sz="1000"/>
            </a:lvl4pPr>
            <a:lvl5pPr>
              <a:lnSpc>
                <a:spcPct val="10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.</a:t>
            </a:r>
          </a:p>
        </p:txBody>
      </p:sp>
      <p:sp>
        <p:nvSpPr>
          <p:cNvPr id="40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3FB00C48-44E1-4C64-889A-E3EE7DF36B53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8136866" y="1461567"/>
            <a:ext cx="278253" cy="27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2">
              <a:lumMod val="25000"/>
            </a:schemeClr>
          </a:solidFill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0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lnSpc>
                <a:spcPct val="100000"/>
              </a:lnSpc>
              <a:buNone/>
              <a:defRPr sz="1000"/>
            </a:lvl2pPr>
            <a:lvl3pPr>
              <a:lnSpc>
                <a:spcPct val="100000"/>
              </a:lnSpc>
              <a:buNone/>
              <a:defRPr sz="1000"/>
            </a:lvl3pPr>
            <a:lvl4pPr>
              <a:lnSpc>
                <a:spcPct val="100000"/>
              </a:lnSpc>
              <a:buNone/>
              <a:defRPr sz="1000"/>
            </a:lvl4pPr>
            <a:lvl5pPr>
              <a:lnSpc>
                <a:spcPct val="10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D0C08805-98DF-40ED-8964-3F8613F009F7}"/>
              </a:ext>
            </a:extLst>
          </p:cNvPr>
          <p:cNvSpPr>
            <a:spLocks xmlns:a="http://schemas.openxmlformats.org/drawingml/2006/main" noGrp="1"/>
          </p:cNvSpPr>
          <p:nvPr>
            <p:ph type="dt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</a:pPr>
            <a:fld id="{184E283F-CDAE-4DD6-AA15-D305B5446104}" type="datetime1">
              <a:t>28.09.2026</a:t>
            </a:fld>
            <a:endParaRPr/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1738369C-D3A9-488D-8E3B-5358EB8D3DFD}"/>
              </a:ext>
            </a:extLst>
          </p:cNvPr>
          <p:cNvSpPr>
            <a:spLocks xmlns:a="http://schemas.openxmlformats.org/drawingml/2006/main" noGrp="1"/>
          </p:cNvSpPr>
          <p:nvPr>
            <p:ph type="ftr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Anlass, Ort, Name des Mandanten</a:t>
            </a:r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6C59AA0C-F2B9-4E93-B1D0-8DDF7AE67E42}"/>
              </a:ext>
            </a:extLst>
          </p:cNvPr>
          <p:cNvSpPr>
            <a:spLocks xmlns:a="http://schemas.openxmlformats.org/drawingml/2006/main" noGrp="1"/>
          </p:cNvSpPr>
          <p:nvPr>
            <p:ph type="sldNum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- </a:t>
            </a:r>
            <a:fld id="{AD6E9457-7FC1-0042-B9BF-44F7F1E09D3B}" type="slidenum">
              <a:t>‹Nr.›</a:t>
            </a:fld>
            <a:r>
              <a:t> -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>
  <p:cSld name="Großes 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A297D3C-EA30-43EB-8750-F80A0693F05F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buNone/>
              <a:defRPr/>
            </a:lvl1pPr>
          </a:lstStyle>
          <a:p xmlns:a="http://schemas.openxmlformats.org/drawingml/2006/main">
            <a:r>
              <a:t>Bild</a:t>
            </a:r>
          </a:p>
        </p:txBody>
      </p:sp>
      <p:sp>
        <p:nvSpPr>
          <p:cNvPr id="6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FE57DCEF-4CCD-47DC-B7F0-EB3D007F394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29200" y="543600"/>
            <a:ext cx="1918800" cy="29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algn="ctr">
              <a:lnSpc>
                <a:spcPct val="100000"/>
              </a:lnSpc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  <a:lvl2pPr>
              <a:lnSpc>
                <a:spcPct val="100000"/>
              </a:lnSpc>
              <a:buNone/>
              <a:defRPr sz="1000"/>
            </a:lvl2pPr>
            <a:lvl3pPr>
              <a:lnSpc>
                <a:spcPct val="100000"/>
              </a:lnSpc>
              <a:buNone/>
              <a:defRPr sz="1000"/>
            </a:lvl3pPr>
            <a:lvl4pPr>
              <a:lnSpc>
                <a:spcPct val="100000"/>
              </a:lnSpc>
              <a:buNone/>
              <a:defRPr sz="1000"/>
            </a:lvl4pPr>
            <a:lvl5pPr>
              <a:lnSpc>
                <a:spcPct val="100000"/>
              </a:lnSpc>
              <a:buNone/>
              <a:defRPr sz="1000"/>
            </a:lvl5pPr>
          </a:lstStyle>
          <a:p xmlns:a="http://schemas.openxmlformats.org/drawingml/2006/main">
            <a:pPr lvl="0">
              <a:buNone/>
            </a:pPr>
            <a:r>
              <a:t>.</a:t>
            </a:r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>
  <p:cSld name="Schlussfoli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 hidden="1">
            <a:extLst xmlns:a="http://schemas.openxmlformats.org/drawingml/2006/main">
              <a:ext uri="{FF2B5EF4-FFF2-40B4-BE49-F238E27FC236}">
                <a16:creationId xmlns:a16="http://schemas.microsoft.com/office/drawing/2014/main" id="{09147989-F012-44D5-98F8-76C636B7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5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7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DE5D0F3A-99BA-45CC-B67B-5AB1D32D1E8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11167" y="2619046"/>
            <a:ext cx="2448549" cy="2005341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ts val="1600"/>
              </a:lnSpc>
              <a:buNone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600"/>
              </a:lnSpc>
              <a:buNone/>
              <a:defRPr sz="1000">
                <a:solidFill>
                  <a:schemeClr val="bg2"/>
                </a:solidFill>
              </a:defRPr>
            </a:lvl2pPr>
            <a:lvl3pPr marL="627063" indent="0">
              <a:lnSpc>
                <a:spcPts val="1600"/>
              </a:lnSpc>
              <a:buNone/>
              <a:defRPr sz="1000">
                <a:solidFill>
                  <a:schemeClr val="bg1"/>
                </a:solidFill>
              </a:defRPr>
            </a:lvl3pPr>
            <a:lvl4pPr>
              <a:lnSpc>
                <a:spcPts val="1600"/>
              </a:lnSpc>
              <a:buNone/>
              <a:defRPr sz="1000">
                <a:solidFill>
                  <a:schemeClr val="bg1"/>
                </a:solidFill>
              </a:defRPr>
            </a:lvl4pPr>
            <a:lvl5pPr>
              <a:lnSpc>
                <a:spcPts val="1600"/>
              </a:lnSpc>
              <a:buNone/>
              <a:defRPr sz="10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[Name und freigegebener Kontakt]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0" preserve="1">
  <p:cSld name="1_Schlussfolie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 hidden="1">
            <a:extLst xmlns:a="http://schemas.openxmlformats.org/drawingml/2006/main">
              <a:ext uri="{FF2B5EF4-FFF2-40B4-BE49-F238E27FC236}">
                <a16:creationId xmlns:a16="http://schemas.microsoft.com/office/drawing/2014/main" id="{576A7C59-7B16-4D21-A9A2-A8E2EE06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5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7" name="Text Placeholder 12">
            <a:extLst xmlns:a="http://schemas.openxmlformats.org/drawingml/2006/main">
              <a:ext uri="{FF2B5EF4-FFF2-40B4-BE49-F238E27FC236}">
                <a16:creationId xmlns:a16="http://schemas.microsoft.com/office/drawing/2014/main" id="{C437AACF-EF1B-4D36-B164-4465D46BECE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611167" y="2619046"/>
            <a:ext cx="2448549" cy="2005341"/>
          </a:xfr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ts val="1600"/>
              </a:lnSpc>
              <a:buNone/>
              <a:defRPr sz="1000">
                <a:solidFill>
                  <a:schemeClr val="bg1"/>
                </a:solidFill>
              </a:defRPr>
            </a:lvl1pPr>
            <a:lvl2pPr marL="0" indent="0">
              <a:lnSpc>
                <a:spcPts val="1600"/>
              </a:lnSpc>
              <a:buNone/>
              <a:defRPr sz="1000">
                <a:solidFill>
                  <a:schemeClr val="bg2"/>
                </a:solidFill>
              </a:defRPr>
            </a:lvl2pPr>
            <a:lvl3pPr marL="627063" indent="0">
              <a:lnSpc>
                <a:spcPts val="1600"/>
              </a:lnSpc>
              <a:buNone/>
              <a:defRPr sz="1000">
                <a:solidFill>
                  <a:schemeClr val="bg1"/>
                </a:solidFill>
              </a:defRPr>
            </a:lvl3pPr>
            <a:lvl4pPr>
              <a:lnSpc>
                <a:spcPts val="1600"/>
              </a:lnSpc>
              <a:buNone/>
              <a:defRPr sz="1000">
                <a:solidFill>
                  <a:schemeClr val="bg1"/>
                </a:solidFill>
              </a:defRPr>
            </a:lvl4pPr>
            <a:lvl5pPr>
              <a:lnSpc>
                <a:spcPts val="1600"/>
              </a:lnSpc>
              <a:buNone/>
              <a:defRPr sz="1000">
                <a:solidFill>
                  <a:schemeClr val="bg1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[Name und freigegebener Kontakt]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84B3CC-079C-488B-97B7-A0C1BB52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8D6F297-B287-4089-9E61-7083FE59199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8F75EBE-3DD4-49F6-BDB7-76784DE9A5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42A65E-C61D-4634-91C9-4CDE94C3CC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A80367D-CC14-43AA-A723-5A8CC195E7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‹Nr.›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d98b1025754c89" /><Relationship Type="http://schemas.openxmlformats.org/officeDocument/2006/relationships/slideLayout" Target="/ppt/slideLayouts/slideLayout1.xml" Id="R37ae24120a644fd7" /><Relationship Type="http://schemas.openxmlformats.org/officeDocument/2006/relationships/slideLayout" Target="/ppt/slideLayouts/slideLayout2.xml" Id="R9e71b4b011704da1" /><Relationship Type="http://schemas.openxmlformats.org/officeDocument/2006/relationships/slideLayout" Target="/ppt/slideLayouts/slideLayout3.xml" Id="Rfda6e6b2a3cf4789" /><Relationship Type="http://schemas.openxmlformats.org/officeDocument/2006/relationships/slideLayout" Target="/ppt/slideLayouts/slideLayout4.xml" Id="R3eaf6ec3bf384573" /><Relationship Type="http://schemas.openxmlformats.org/officeDocument/2006/relationships/slideLayout" Target="/ppt/slideLayouts/slideLayout5.xml" Id="R40474634215a472c" /><Relationship Type="http://schemas.openxmlformats.org/officeDocument/2006/relationships/slideLayout" Target="/ppt/slideLayouts/slideLayout6.xml" Id="Re0fd56aed00a4564" /><Relationship Type="http://schemas.openxmlformats.org/officeDocument/2006/relationships/slideLayout" Target="/ppt/slideLayouts/slideLayout7.xml" Id="R0f1ebefb5af74a7d" /><Relationship Type="http://schemas.openxmlformats.org/officeDocument/2006/relationships/slideLayout" Target="/ppt/slideLayouts/slideLayout8.xml" Id="Rf8f26eb6ea694f82" /><Relationship Type="http://schemas.openxmlformats.org/officeDocument/2006/relationships/slideLayout" Target="/ppt/slideLayouts/slideLayout9.xml" Id="R6f14a5de77394f77" /><Relationship Type="http://schemas.openxmlformats.org/officeDocument/2006/relationships/slideLayout" Target="/ppt/slideLayouts/slideLayout10.xml" Id="Rc55a0c9c31184da1" /><Relationship Type="http://schemas.openxmlformats.org/officeDocument/2006/relationships/slideLayout" Target="/ppt/slideLayouts/slideLayout11.xml" Id="R75ca945a75af4471" /><Relationship Type="http://schemas.openxmlformats.org/officeDocument/2006/relationships/slideLayout" Target="/ppt/slideLayouts/slideLayout12.xml" Id="R6cae75c83609456f" /><Relationship Type="http://schemas.openxmlformats.org/officeDocument/2006/relationships/slideLayout" Target="/ppt/slideLayouts/slideLayout13.xml" Id="R16e0b854e48b436e" /><Relationship Type="http://schemas.openxmlformats.org/officeDocument/2006/relationships/slideLayout" Target="/ppt/slideLayouts/slideLayout14.xml" Id="R974eefef082349d9" /><Relationship Type="http://schemas.openxmlformats.org/officeDocument/2006/relationships/slideLayout" Target="/ppt/slideLayouts/slideLayout15.xml" Id="R39d1bcdc6f4a4418" /><Relationship Type="http://schemas.openxmlformats.org/officeDocument/2006/relationships/slideLayout" Target="/ppt/slideLayouts/slideLayout16.xml" Id="R768a2f9b0f714dbc" /><Relationship Type="http://schemas.openxmlformats.org/officeDocument/2006/relationships/slideLayout" Target="/ppt/slideLayouts/slideLayout17.xml" Id="R012f0f1afa7244f2" /><Relationship Type="http://schemas.openxmlformats.org/officeDocument/2006/relationships/slideLayout" Target="/ppt/slideLayouts/slideLayout18.xml" Id="R018d5dfbccb04e97" /><Relationship Type="http://schemas.openxmlformats.org/officeDocument/2006/relationships/slideLayout" Target="/ppt/slideLayouts/slideLayout19.xml" Id="Rc4fa7ceb06114564" /><Relationship Type="http://schemas.openxmlformats.org/officeDocument/2006/relationships/slideLayout" Target="/ppt/slideLayouts/slideLayout20.xml" Id="R359c3e9b99a94005" /><Relationship Type="http://schemas.openxmlformats.org/officeDocument/2006/relationships/slideLayout" Target="/ppt/slideLayouts/slideLayout21.xml" Id="R9f0e54205e0c4224" /><Relationship Type="http://schemas.openxmlformats.org/officeDocument/2006/relationships/slideLayout" Target="/ppt/slideLayouts/slideLayout22.xml" Id="Rf2184a2eb9754cb0" /><Relationship Type="http://schemas.openxmlformats.org/officeDocument/2006/relationships/slideLayout" Target="/ppt/slideLayouts/slideLayout23.xml" Id="Ra93f520929bc424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 hidden="1">
            <a:extLst xmlns:a="http://schemas.openxmlformats.org/drawingml/2006/main">
              <a:ext uri="{FF2B5EF4-FFF2-40B4-BE49-F238E27FC236}">
                <a16:creationId xmlns:a16="http://schemas.microsoft.com/office/drawing/2014/main" id="{66346F5F-3753-492E-BF10-E12BA7F2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8750" cy="15875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buNone/>
            </a:pPr>
            <a:endParaRPr sz="2000" b="0" i="0" baseline="0">
              <a:latin typeface="Franklin Gothic Book"/>
              <a:ea typeface="Franklin Gothic Book"/>
              <a:cs typeface="Franklin Gothic Book"/>
            </a:endParaRP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FD184A9-E986-4308-8A24-FF9E251948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11165" y="1169304"/>
            <a:ext cx="7921670" cy="2794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8" name="Gerade Verbindung 7">
            <a:extLst xmlns:a="http://schemas.openxmlformats.org/drawingml/2006/main">
              <a:ext uri="{FF2B5EF4-FFF2-40B4-BE49-F238E27FC236}">
                <a16:creationId xmlns:a16="http://schemas.microsoft.com/office/drawing/2014/main" id="{9F41ABD3-2D58-40F7-B989-054948FC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165" y="402076"/>
            <a:ext cx="7921670" cy="0"/>
          </a:xfrm>
          <a:prstGeom xmlns:a="http://schemas.openxmlformats.org/drawingml/2006/main" prst="lin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Gerade Verbindung 8">
            <a:extLst xmlns:a="http://schemas.openxmlformats.org/drawingml/2006/main">
              <a:ext uri="{FF2B5EF4-FFF2-40B4-BE49-F238E27FC236}">
                <a16:creationId xmlns:a16="http://schemas.microsoft.com/office/drawing/2014/main" id="{B6BE5908-D7A8-48A1-8732-461AB460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1165" y="4808707"/>
            <a:ext cx="7921670" cy="0"/>
          </a:xfrm>
          <a:prstGeom xmlns:a="http://schemas.openxmlformats.org/drawingml/2006/main" prst="line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Text Placeholder 17">
            <a:extLst xmlns:a="http://schemas.openxmlformats.org/drawingml/2006/main">
              <a:ext uri="{FF2B5EF4-FFF2-40B4-BE49-F238E27FC236}">
                <a16:creationId xmlns:a16="http://schemas.microsoft.com/office/drawing/2014/main" id="{06A7FBCF-C701-4D1F-A095-2D222CE36B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1165" y="1887538"/>
            <a:ext cx="7921670" cy="2736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Erste Ebene</a:t>
            </a:r>
          </a:p>
          <a:p xmlns:a="http://schemas.openxmlformats.org/drawingml/2006/main">
            <a:pPr marL="180000" marR="0" lvl="1" indent="-180000" algn="l" defTabSz="360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SzTx/>
              <a:buFont typeface="Wingdings"/>
              <a:buChar char="§"/>
              <a:tabLst>
                <a:tab pos="180000" algn="l"/>
              </a:tabLst>
            </a:pPr>
            <a:r>
              <a:t>Zweite Ebene - Zweite Ebene - Zweite Ebene - Zweite Ebene - Zweite Ebene - Zweite Ebene - Zweite Ebene - Zweite Ebene - Zweite Ebene - Zweite Ebene - Zweite Ebene</a:t>
            </a:r>
          </a:p>
          <a:p xmlns:a="http://schemas.openxmlformats.org/drawingml/2006/main">
            <a:pPr lvl="2">
              <a:buNone/>
            </a:pPr>
            <a:r>
              <a:t>Dritte Ebene – Dritte Ebene – Dritte Ebene – Dritte Ebene – Dritte Ebene – Dritte Ebene – Dritte Ebene – Dritte Ebene – Dritte Ebene – 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</p:txBody>
      </p:sp>
      <p:sp>
        <p:nvSpPr>
          <p:cNvPr id="2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57378B3-B340-4620-9559-C063A9DF9E5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11188" y="4816724"/>
            <a:ext cx="5760000" cy="200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l">
              <a:buNone/>
              <a:defRPr sz="7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Anlass, Ort, Name des Mandanten</a:t>
            </a:r>
            <a:endParaRPr/>
          </a:p>
        </p:txBody>
      </p:sp>
      <p:sp>
        <p:nvSpPr>
          <p:cNvPr id="2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F39244B-8662-40A6-944F-D69DD659635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089200" y="4816724"/>
            <a:ext cx="446400" cy="2000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 algn="r">
              <a:buNone/>
              <a:defRPr sz="700">
                <a:solidFill>
                  <a:schemeClr val="bg2"/>
                </a:solidFill>
              </a:defRPr>
            </a:lvl1pPr>
          </a:lstStyle>
          <a:p xmlns:a="http://schemas.openxmlformats.org/drawingml/2006/main">
            <a:r>
              <a:t> - </a:t>
            </a:r>
            <a:fld id="{AD6E9457-7FC1-0042-B9BF-44F7F1E09D3B}" type="slidenum">
              <a:t>‹Nr.›</a:t>
            </a:fld>
            <a:r>
              <a:t> -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E9C0811-ED43-452F-A132-1BE48B51F25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444000" y="4816800"/>
            <a:ext cx="1584000" cy="201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>
            <a:lvl1pPr>
              <a:buNone/>
              <a:defRPr sz="700">
                <a:solidFill>
                  <a:schemeClr val="bg2"/>
                </a:solidFill>
              </a:defRPr>
            </a:lvl1pPr>
          </a:lstStyle>
          <a:p xmlns:a="http://schemas.openxmlformats.org/drawingml/2006/main">
            <a:pPr algn="ctr">
              <a:buNone/>
            </a:pPr>
            <a:fld id="{FDBDBB45-0E49-435B-97BE-D1A097E0B35E}" type="datetime1">
              <a:t>28.09.2026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ae24120a644fd7"/>
    <p:sldLayoutId xmlns:r="http://schemas.openxmlformats.org/officeDocument/2006/relationships" id="2147483650" r:id="R9e71b4b011704da1"/>
    <p:sldLayoutId xmlns:r="http://schemas.openxmlformats.org/officeDocument/2006/relationships" id="2147483651" r:id="Rfda6e6b2a3cf4789"/>
    <p:sldLayoutId xmlns:r="http://schemas.openxmlformats.org/officeDocument/2006/relationships" id="2147483652" r:id="R3eaf6ec3bf384573"/>
    <p:sldLayoutId xmlns:r="http://schemas.openxmlformats.org/officeDocument/2006/relationships" id="2147483653" r:id="R40474634215a472c"/>
    <p:sldLayoutId xmlns:r="http://schemas.openxmlformats.org/officeDocument/2006/relationships" id="2147483654" r:id="Re0fd56aed00a4564"/>
    <p:sldLayoutId xmlns:r="http://schemas.openxmlformats.org/officeDocument/2006/relationships" id="2147483655" r:id="R0f1ebefb5af74a7d"/>
    <p:sldLayoutId xmlns:r="http://schemas.openxmlformats.org/officeDocument/2006/relationships" id="2147483656" r:id="Rf8f26eb6ea694f82"/>
    <p:sldLayoutId xmlns:r="http://schemas.openxmlformats.org/officeDocument/2006/relationships" id="2147483657" r:id="R6f14a5de77394f77"/>
    <p:sldLayoutId xmlns:r="http://schemas.openxmlformats.org/officeDocument/2006/relationships" id="2147483658" r:id="Rc55a0c9c31184da1"/>
    <p:sldLayoutId xmlns:r="http://schemas.openxmlformats.org/officeDocument/2006/relationships" id="2147483659" r:id="R75ca945a75af4471"/>
    <p:sldLayoutId xmlns:r="http://schemas.openxmlformats.org/officeDocument/2006/relationships" id="2147483660" r:id="R6cae75c83609456f"/>
    <p:sldLayoutId xmlns:r="http://schemas.openxmlformats.org/officeDocument/2006/relationships" id="2147483661" r:id="R16e0b854e48b436e"/>
    <p:sldLayoutId xmlns:r="http://schemas.openxmlformats.org/officeDocument/2006/relationships" id="2147483662" r:id="R974eefef082349d9"/>
    <p:sldLayoutId xmlns:r="http://schemas.openxmlformats.org/officeDocument/2006/relationships" id="2147483663" r:id="R39d1bcdc6f4a4418"/>
    <p:sldLayoutId xmlns:r="http://schemas.openxmlformats.org/officeDocument/2006/relationships" id="2147483664" r:id="R768a2f9b0f714dbc"/>
    <p:sldLayoutId xmlns:r="http://schemas.openxmlformats.org/officeDocument/2006/relationships" id="2147483665" r:id="R012f0f1afa7244f2"/>
    <p:sldLayoutId xmlns:r="http://schemas.openxmlformats.org/officeDocument/2006/relationships" id="2147483666" r:id="R018d5dfbccb04e97"/>
    <p:sldLayoutId xmlns:r="http://schemas.openxmlformats.org/officeDocument/2006/relationships" id="2147483667" r:id="Rc4fa7ceb06114564"/>
    <p:sldLayoutId xmlns:r="http://schemas.openxmlformats.org/officeDocument/2006/relationships" id="2147483668" r:id="R359c3e9b99a94005"/>
    <p:sldLayoutId xmlns:r="http://schemas.openxmlformats.org/officeDocument/2006/relationships" id="2147483669" r:id="R9f0e54205e0c4224"/>
    <p:sldLayoutId xmlns:r="http://schemas.openxmlformats.org/officeDocument/2006/relationships" id="2147483670" r:id="Rf2184a2eb9754cb0"/>
    <p:sldLayoutId xmlns:r="http://schemas.openxmlformats.org/officeDocument/2006/relationships" id="2147483671" r:id="Ra93f520929bc4247"/>
  </p:sldLayoutIdLst>
  <p:hf hdr="0" dt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buNone/>
        <a:defRPr sz="2000" kern="1200">
          <a:solidFill>
            <a:schemeClr val="bg2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685800">
        <a:lnSpc>
          <a:spcPct val="120000"/>
        </a:lnSpc>
        <a:spcBef>
          <a:spcPts val="0"/>
        </a:spcBef>
        <a:buFont typeface="Arial"/>
        <a:buNone/>
        <a:defRPr sz="1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0" marR="0" indent="0" algn="l" defTabSz="360000">
        <a:lnSpc>
          <a:spcPct val="120000"/>
        </a:lnSpc>
        <a:spcBef>
          <a:spcPts val="0"/>
        </a:spcBef>
        <a:spcAft>
          <a:spcPts val="0"/>
        </a:spcAft>
        <a:buClr>
          <a:schemeClr val="bg2"/>
        </a:buClr>
        <a:buSzTx/>
        <a:buFontTx/>
        <a:buNone/>
        <a:tabLst>
          <a:tab pos="180000" algn="l"/>
        </a:tabLst>
        <a:defRPr sz="12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360000" indent="-180000" algn="l" defTabSz="685800">
        <a:lnSpc>
          <a:spcPct val="120000"/>
        </a:lnSpc>
        <a:spcBef>
          <a:spcPts val="0"/>
        </a:spcBef>
        <a:buClr>
          <a:schemeClr val="bg2"/>
        </a:buClr>
        <a:buFont typeface="Wingdings"/>
        <a:buChar char="§"/>
        <a:defRPr sz="12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0" indent="0" algn="l" defTabSz="685800">
        <a:lnSpc>
          <a:spcPct val="120000"/>
        </a:lnSpc>
        <a:spcBef>
          <a:spcPts val="0"/>
        </a:spcBef>
        <a:buFont typeface="Wingdings"/>
        <a:buNone/>
        <a:defRPr sz="1200" kern="1200">
          <a:solidFill>
            <a:schemeClr val="bg2"/>
          </a:solidFill>
          <a:latin typeface="+mn-lt"/>
          <a:ea typeface="+mn-lt"/>
          <a:cs typeface="+mn-lt"/>
        </a:defRPr>
      </a:lvl4pPr>
      <a:lvl5pPr xmlns:a="http://schemas.openxmlformats.org/drawingml/2006/main" marL="0" indent="0" algn="l" defTabSz="685800">
        <a:lnSpc>
          <a:spcPct val="120000"/>
        </a:lnSpc>
        <a:spcBef>
          <a:spcPts val="0"/>
        </a:spcBef>
        <a:buFont typeface="Wingdings"/>
        <a:buNone/>
        <a:defRPr sz="1200" kern="1200">
          <a:solidFill>
            <a:schemeClr val="accent5"/>
          </a:solidFill>
          <a:latin typeface="+mn-lt"/>
          <a:ea typeface="+mn-lt"/>
          <a:cs typeface="+mn-lt"/>
        </a:defRPr>
      </a:lvl5pPr>
      <a:lvl6pPr xmlns:a="http://schemas.openxmlformats.org/drawingml/2006/main" marL="180000" indent="-180000" algn="l" defTabSz="685800">
        <a:lnSpc>
          <a:spcPct val="120000"/>
        </a:lnSpc>
        <a:spcBef>
          <a:spcPts val="0"/>
        </a:spcBef>
        <a:buClr>
          <a:schemeClr val="bg2"/>
        </a:buClr>
        <a:buFont typeface="Wingdings"/>
        <a:buChar char="§"/>
        <a:defRPr sz="1200" kern="1200">
          <a:solidFill>
            <a:schemeClr val="bg2"/>
          </a:solidFill>
          <a:latin typeface="+mn-lt"/>
          <a:ea typeface="+mn-lt"/>
          <a:cs typeface="+mn-lt"/>
        </a:defRPr>
      </a:lvl6pPr>
      <a:lvl7pPr xmlns:a="http://schemas.openxmlformats.org/drawingml/2006/main" marL="180000" indent="-180000" algn="l" defTabSz="685800">
        <a:lnSpc>
          <a:spcPct val="120000"/>
        </a:lnSpc>
        <a:spcBef>
          <a:spcPts val="0"/>
        </a:spcBef>
        <a:buClr>
          <a:schemeClr val="bg1"/>
        </a:buClr>
        <a:buFont typeface="Arial"/>
        <a:buChar char="•"/>
        <a:defRPr sz="1200" kern="1200">
          <a:solidFill>
            <a:schemeClr val="accent5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5">
          <p15:clr>
            <a:srgbClr xmlns:a="http://schemas.openxmlformats.org/drawingml/2006/main" val="F26B43"/>
          </p15:clr>
        </p15:guide>
        <p15:guide id="2" pos="5375">
          <p15:clr>
            <a:srgbClr xmlns:a="http://schemas.openxmlformats.org/drawingml/2006/main" val="F26B43"/>
          </p15:clr>
        </p15:guide>
        <p15:guide id="3" orient="horz" pos="735">
          <p15:clr>
            <a:srgbClr xmlns:a="http://schemas.openxmlformats.org/drawingml/2006/main" val="F26B43"/>
          </p15:clr>
        </p15:guide>
        <p15:guide id="4" orient="horz" pos="2913">
          <p15:clr>
            <a:srgbClr xmlns:a="http://schemas.openxmlformats.org/drawingml/2006/main" val="F26B43"/>
          </p15:clr>
        </p15:guide>
        <p15:guide id="5" orient="horz" pos="1189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Juristische Präsentation_PPTX">
  <a:themeElements>
    <a:clrScheme name="Juristische Präsentation Palette">
      <a:dk1>
        <a:srgbClr val="19243F"/>
      </a:dk1>
      <a:lt1>
        <a:srgbClr val="F7F7F7"/>
      </a:lt1>
      <a:dk2>
        <a:srgbClr val="000000"/>
      </a:dk2>
      <a:lt2>
        <a:srgbClr val="EA5474"/>
      </a:lt2>
      <a:accent1>
        <a:srgbClr val="19243F"/>
      </a:accent1>
      <a:accent2>
        <a:srgbClr val="626078"/>
      </a:accent2>
      <a:accent3>
        <a:srgbClr val="8A334A"/>
      </a:accent3>
      <a:accent4>
        <a:srgbClr val="F4A2AC"/>
      </a:accent4>
      <a:accent5>
        <a:srgbClr val="E5E2E2"/>
      </a:accent5>
      <a:accent6>
        <a:srgbClr val="FCFBFC"/>
      </a:accent6>
      <a:hlink>
        <a:srgbClr val="626078"/>
      </a:hlink>
      <a:folHlink>
        <a:srgbClr val="19243F"/>
      </a:folHlink>
    </a:clrScheme>
    <a:fontScheme name="Custom 67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Juristische Präsentation Palett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>
          <a:solidFill>
            <a:schemeClr val="phClr"/>
          </a:solidFill>
          <a:prstDash val="solid"/>
        </a:ln>
        <a:ln w="10795">
          <a:solidFill>
            <a:schemeClr val="phClr"/>
          </a:solidFill>
          <a:prstDash val="solid"/>
        </a:ln>
        <a:ln w="17145">
          <a:solidFill>
            <a:schemeClr val="phClr">
              <a:shade val="95000"/>
              <a:satMod val="150000"/>
              <a:alpha val="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6562b94189447b" /><Relationship Type="http://schemas.openxmlformats.org/officeDocument/2006/relationships/notesSlide" Target="/ppt/notesSlides/notesSlide1.xml" Id="R9a57a81a201c4f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fb858f1394411b" /><Relationship Type="http://schemas.openxmlformats.org/officeDocument/2006/relationships/notesSlide" Target="/ppt/notesSlides/notesSlide2.xml" Id="Rfc6d914e63104b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3.xml" Id="Rf3e493632bf3451c" /><Relationship Type="http://schemas.openxmlformats.org/officeDocument/2006/relationships/notesSlide" Target="/ppt/notesSlides/notesSlide3.xml" Id="R569a8230451e47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07701905684dd8" /><Relationship Type="http://schemas.openxmlformats.org/officeDocument/2006/relationships/notesSlide" Target="/ppt/notesSlides/notesSlide4.xml" Id="R54f9b7e2531649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91f5cf0de2b4815" /><Relationship Type="http://schemas.openxmlformats.org/officeDocument/2006/relationships/notesSlide" Target="/ppt/notesSlides/notesSlide5.xml" Id="R894d252747e14c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69fe1138a038457d" /><Relationship Type="http://schemas.openxmlformats.org/officeDocument/2006/relationships/notesSlide" Target="/ppt/notesSlides/notesSlide6.xml" Id="R4403c96ec6084a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instieg">
            <a:extLst xmlns:a="http://schemas.openxmlformats.org/drawingml/2006/main">
              <a:ext uri="{FF2B5EF4-FFF2-40B4-BE49-F238E27FC236}">
                <a16:creationId xmlns:a16="http://schemas.microsoft.com/office/drawing/2014/main" id="{0D37EB8D-0B91-4367-896B-AA71ABAC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685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3000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Juristische Präsentation</a:t>
            </a:r>
          </a:p>
        </p:txBody>
      </p:sp>
    </p:spTree>
    <p:extLst>
      <p:ext uri="{BB962C8B-B14F-4D97-AF65-F5344CB8AC3E}">
        <p14:creationId xmlns:p14="http://schemas.microsoft.com/office/powerpoint/2010/main" val="10367544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9AE0FAF5-8893-4400-9D79-D4D37FE576B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Thema der Präsentation</a:t>
            </a:r>
            <a:endParaRPr/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B983EEAB-A27A-4C07-80EF-3DFA68F98B4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Anlass, Ort, Datum</a:t>
            </a:r>
          </a:p>
        </p:txBody>
      </p:sp>
    </p:spTree>
    <p:extLst>
      <p:ext uri="{BB962C8B-B14F-4D97-AF65-F5344CB8AC3E}">
        <p14:creationId xmlns:p14="http://schemas.microsoft.com/office/powerpoint/2010/main" val="20170677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167999-60F3-46A7-8676-7569D1443E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Die entscheidende Rechtsfrage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51560B5-CAFB-46DF-80B3-DBA4D59A67E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[Ausgangslage in einem Satz]</a:t>
            </a:r>
            <a:endParaRPr/>
          </a:p>
          <a:p xmlns:a="http://schemas.openxmlformats.org/drawingml/2006/main">
            <a:r>
              <a:t>[Rechtliche Frage]</a:t>
            </a:r>
            <a:endParaRPr/>
          </a:p>
          <a:p xmlns:a="http://schemas.openxmlformats.org/drawingml/2006/main">
            <a:r>
              <a:t>[Konkrete Konsequenz für das Publikum]</a:t>
            </a:r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580248D-78DC-4090-A05E-9DEE7355375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EFC91FA-8118-46E5-8DCC-95763F4E4F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9293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F43825A-A8B0-4E29-AF30-9514610E22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Sachverhalt und Rechtsfolge</a:t>
            </a:r>
            <a:endParaRPr/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C993FAB4-175E-40A5-AC80-5ECE3307157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[Leitgedanke der Folie]</a:t>
            </a:r>
            <a:endParaRPr/>
          </a:p>
        </p:txBody>
      </p:sp>
      <p:sp>
        <p:nvSpPr>
          <p:cNvPr id="4" name="Textplatzhalter 3">
            <a:extLst xmlns:a="http://schemas.openxmlformats.org/drawingml/2006/main">
              <a:ext uri="{FF2B5EF4-FFF2-40B4-BE49-F238E27FC236}">
                <a16:creationId xmlns:a16="http://schemas.microsoft.com/office/drawing/2014/main" id="{EE7F4027-EC0E-408C-B3A2-A5899E69168A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[Entscheidender Sachverhalt]</a:t>
            </a:r>
            <a:endParaRPr/>
          </a:p>
          <a:p xmlns:a="http://schemas.openxmlformats.org/drawingml/2006/main">
            <a:r>
              <a:t>[Maßgebliche Voraussetzung]</a:t>
            </a:r>
            <a:endParaRPr/>
          </a:p>
          <a:p xmlns:a="http://schemas.openxmlformats.org/drawingml/2006/main">
            <a:r>
              <a:t>[Ergebnis und verbleibende Einschränkung]</a:t>
            </a:r>
            <a:endParaRPr/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47318E8-16B0-4A4F-84C6-A738C17B26FE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Anlass, Ort, Name des Mandanten</a:t>
            </a:r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6094879E-1D10-449E-B47E-B9243DC7FCED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- </a:t>
            </a:r>
            <a:fld id="{AD6E9457-7FC1-0042-B9BF-44F7F1E09D3B}" type="slidenum">
              <a:t>4</a:t>
            </a:fld>
            <a:r>
              <a:t> -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97237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platzhalter 1">
            <a:extLst xmlns:a="http://schemas.openxmlformats.org/drawingml/2006/main">
              <a:ext uri="{FF2B5EF4-FFF2-40B4-BE49-F238E27FC236}">
                <a16:creationId xmlns:a16="http://schemas.microsoft.com/office/drawing/2014/main" id="{93C747D1-8B8A-463A-BBB3-177A3D79909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F4D7329-1CCB-4F77-9840-52A116CF0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Inhalt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A0B540A6-FF70-441E-89A6-ADDC5CE1270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Anlass, Ort, Mandantenname</a:t>
            </a:r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59B959B2-8972-42F8-92B3-1672300C33D1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- </a:t>
            </a:r>
            <a:fld id="{AD6E9457-7FC1-0042-B9BF-44F7F1E09D3B}" type="slidenum">
              <a:t>5</a:t>
            </a:fld>
            <a:r>
              <a:t> -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9896918-C7A8-45A2-A660-D8B3FFF6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20" y="1859790"/>
            <a:ext cx="1645920" cy="108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solidFill>
                <a:schemeClr val="bg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C923C5F-1A67-40F3-8813-C887B3AA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540" y="1859790"/>
            <a:ext cx="1645920" cy="108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alpha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latin typeface="Calibri"/>
              <a:ea typeface="Calibri"/>
              <a:cs typeface="Calibri"/>
            </a:endParaRPr>
          </a:p>
        </p:txBody>
      </p:sp>
      <p:sp>
        <p:nvSpPr>
          <p:cNvPr id="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F690C07-4E29-401C-92CC-3790DA73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460" y="1859790"/>
            <a:ext cx="1645920" cy="108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alpha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latin typeface="Calibri"/>
              <a:ea typeface="Calibri"/>
              <a:cs typeface="Calibri"/>
            </a:endParaRPr>
          </a:p>
        </p:txBody>
      </p:sp>
      <p:sp>
        <p:nvSpPr>
          <p:cNvPr id="10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4C6CBD2-741F-4694-AB76-238DB9BB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379" y="1859790"/>
            <a:ext cx="1645920" cy="108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latin typeface="Calibri"/>
              <a:ea typeface="Calibri"/>
              <a:cs typeface="Calibri"/>
            </a:endParaRPr>
          </a:p>
        </p:txBody>
      </p:sp>
      <p:sp>
        <p:nvSpPr>
          <p:cNvPr id="11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B0C3603-6170-4900-BDB8-E68F7596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299" y="1859790"/>
            <a:ext cx="1645920" cy="108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6">
            <a:extLst xmlns:a="http://schemas.openxmlformats.org/drawingml/2006/main">
              <a:ext uri="{FF2B5EF4-FFF2-40B4-BE49-F238E27FC236}">
                <a16:creationId xmlns:a16="http://schemas.microsoft.com/office/drawing/2014/main" id="{1C4A3E0D-1C42-49EB-BA81-BF45B771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69" y="1969808"/>
            <a:ext cx="1627533" cy="1362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91420" bIns="0">
            <a:no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EA5474"/>
                </a:solidFill>
                <a:latin typeface="Calibri"/>
                <a:ea typeface="Calibri"/>
                <a:cs typeface="Calibri"/>
              </a:rPr>
              <a:t>01</a:t>
            </a:r>
            <a:r>
              <a:rPr sz="3200">
                <a:solidFill>
                  <a:srgbClr val="EA5474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r>
              <a:rPr sz="1100" cap="all">
                <a:solidFill>
                  <a:srgbClr val="EA5474"/>
                </a:solidFill>
                <a:latin typeface="Calibri"/>
                <a:ea typeface="Calibri"/>
                <a:cs typeface="Calibri"/>
              </a:rPr>
              <a:t>Auftrag</a:t>
            </a:r>
          </a:p>
        </p:txBody>
      </p:sp>
      <p:sp>
        <p:nvSpPr>
          <p:cNvPr id="13" name="TextBox 7">
            <a:extLst xmlns:a="http://schemas.openxmlformats.org/drawingml/2006/main">
              <a:ext uri="{FF2B5EF4-FFF2-40B4-BE49-F238E27FC236}">
                <a16:creationId xmlns:a16="http://schemas.microsoft.com/office/drawing/2014/main" id="{92E5F355-B624-4578-8FE6-5EE603B3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541" y="1969808"/>
            <a:ext cx="1630564" cy="1362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91420" bIns="0">
            <a:no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EA5474"/>
                </a:solidFill>
                <a:latin typeface="Calibri"/>
                <a:ea typeface="Calibri"/>
                <a:cs typeface="Calibri"/>
              </a:rPr>
              <a:t>02</a:t>
            </a:r>
            <a:r>
              <a:rPr sz="3200">
                <a:solidFill>
                  <a:srgbClr val="EA5474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r>
              <a:rPr sz="1100" cap="all">
                <a:solidFill>
                  <a:srgbClr val="EA5474"/>
                </a:solidFill>
                <a:latin typeface="Calibri"/>
                <a:ea typeface="Calibri"/>
                <a:cs typeface="Calibri"/>
              </a:rPr>
              <a:t>Sachverhalt</a:t>
            </a:r>
          </a:p>
        </p:txBody>
      </p:sp>
      <p:sp>
        <p:nvSpPr>
          <p:cNvPr id="14" name="TextBox 8">
            <a:extLst xmlns:a="http://schemas.openxmlformats.org/drawingml/2006/main">
              <a:ext uri="{FF2B5EF4-FFF2-40B4-BE49-F238E27FC236}">
                <a16:creationId xmlns:a16="http://schemas.microsoft.com/office/drawing/2014/main" id="{8F857E0C-CBB7-45E9-80C6-BB52C9AB3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144" y="1969808"/>
            <a:ext cx="1631694" cy="1362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91420" bIns="0">
            <a:no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EA5474"/>
                </a:solidFill>
                <a:latin typeface="Calibri"/>
                <a:ea typeface="Calibri"/>
                <a:cs typeface="Calibri"/>
              </a:rPr>
              <a:t>03</a:t>
            </a:r>
            <a:r>
              <a:rPr sz="2800">
                <a:solidFill>
                  <a:srgbClr val="EA5474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r>
              <a:rPr sz="1100" cap="all">
                <a:solidFill>
                  <a:srgbClr val="EA5474"/>
                </a:solidFill>
                <a:latin typeface="Calibri"/>
                <a:ea typeface="Calibri"/>
                <a:cs typeface="Calibri"/>
              </a:rPr>
              <a:t>Rechtsfrage</a:t>
            </a:r>
          </a:p>
        </p:txBody>
      </p:sp>
      <p:sp>
        <p:nvSpPr>
          <p:cNvPr id="15" name="TextBox 9">
            <a:extLst xmlns:a="http://schemas.openxmlformats.org/drawingml/2006/main">
              <a:ext uri="{FF2B5EF4-FFF2-40B4-BE49-F238E27FC236}">
                <a16:creationId xmlns:a16="http://schemas.microsoft.com/office/drawing/2014/main" id="{F1DEDC01-3D66-442D-8563-7A4158481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877" y="1969808"/>
            <a:ext cx="1645919" cy="13705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91420" bIns="0">
            <a:no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EA5474"/>
                </a:solidFill>
                <a:latin typeface="Calibri"/>
                <a:ea typeface="Calibri"/>
                <a:cs typeface="Calibri"/>
              </a:rPr>
              <a:t>04</a:t>
            </a:r>
            <a:r>
              <a:rPr sz="3200">
                <a:solidFill>
                  <a:srgbClr val="EA5474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r>
              <a:rPr sz="1100" cap="all">
                <a:solidFill>
                  <a:srgbClr val="EA5474"/>
                </a:solidFill>
                <a:latin typeface="Calibri"/>
                <a:ea typeface="Calibri"/>
                <a:cs typeface="Calibri"/>
              </a:rPr>
              <a:t>Maßstab</a:t>
            </a:r>
          </a:p>
        </p:txBody>
      </p:sp>
      <p:sp>
        <p:nvSpPr>
          <p:cNvPr id="16" name="TextBox 10">
            <a:extLst xmlns:a="http://schemas.openxmlformats.org/drawingml/2006/main">
              <a:ext uri="{FF2B5EF4-FFF2-40B4-BE49-F238E27FC236}">
                <a16:creationId xmlns:a16="http://schemas.microsoft.com/office/drawing/2014/main" id="{B9E136F9-A31D-408C-BA4C-88812173D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836" y="1969808"/>
            <a:ext cx="1635336" cy="1362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91420" bIns="0">
            <a:no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EA5474"/>
                </a:solidFill>
                <a:latin typeface="Calibri"/>
                <a:ea typeface="Calibri"/>
                <a:cs typeface="Calibri"/>
              </a:rPr>
              <a:t>05</a:t>
            </a:r>
            <a:r>
              <a:rPr sz="3200">
                <a:solidFill>
                  <a:srgbClr val="EA5474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r>
              <a:rPr sz="1100" cap="all">
                <a:solidFill>
                  <a:srgbClr val="EA5474"/>
                </a:solidFill>
                <a:latin typeface="Calibri"/>
                <a:ea typeface="Calibri"/>
                <a:cs typeface="Calibri"/>
              </a:rPr>
              <a:t>Würdigung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0FA2CE0-86C9-4CBA-8B79-0687899E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28" y="3100452"/>
            <a:ext cx="1645920" cy="108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latin typeface="Calibri"/>
              <a:ea typeface="Calibri"/>
              <a:cs typeface="Calibri"/>
            </a:endParaR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0858EDB-28AE-4DD7-B5F1-54B3BF03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8548" y="3100452"/>
            <a:ext cx="1645920" cy="108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alpha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latin typeface="Calibri"/>
              <a:ea typeface="Calibri"/>
              <a:cs typeface="Calibri"/>
            </a:endParaR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14D0A95-2977-42AD-8C1D-F976FD9F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468" y="3100452"/>
            <a:ext cx="1645920" cy="108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alpha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latin typeface="Calibri"/>
              <a:ea typeface="Calibri"/>
              <a:cs typeface="Calibri"/>
            </a:endParaR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C2538971-DFDE-4E7B-B269-8AF1EF90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0387" y="3100452"/>
            <a:ext cx="1645920" cy="108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latin typeface="Calibri"/>
              <a:ea typeface="Calibri"/>
              <a:cs typeface="Calibri"/>
            </a:endParaR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FB73725-4A4D-4DAB-9501-4C473935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307" y="3100452"/>
            <a:ext cx="1645920" cy="1080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600">
              <a:latin typeface="Calibri"/>
              <a:ea typeface="Calibri"/>
              <a:cs typeface="Calibri"/>
            </a:endParaRPr>
          </a:p>
        </p:txBody>
      </p:sp>
      <p:sp>
        <p:nvSpPr>
          <p:cNvPr id="22" name="TextBox 6">
            <a:extLst xmlns:a="http://schemas.openxmlformats.org/drawingml/2006/main">
              <a:ext uri="{FF2B5EF4-FFF2-40B4-BE49-F238E27FC236}">
                <a16:creationId xmlns:a16="http://schemas.microsoft.com/office/drawing/2014/main" id="{C25DC9D8-394E-4E84-A6D7-4EF6D43C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69" y="3208500"/>
            <a:ext cx="1627533" cy="1362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91420" bIns="0">
            <a:no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19243F"/>
                </a:solidFill>
                <a:latin typeface="Calibri"/>
                <a:ea typeface="Calibri"/>
                <a:cs typeface="Calibri"/>
              </a:rPr>
              <a:t>06</a:t>
            </a:r>
            <a:r>
              <a:rPr sz="3200">
                <a:solidFill>
                  <a:srgbClr val="19243F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r>
              <a:rPr sz="1100" cap="all">
                <a:solidFill>
                  <a:srgbClr val="19243F"/>
                </a:solidFill>
                <a:latin typeface="Calibri"/>
                <a:ea typeface="Calibri"/>
                <a:cs typeface="Calibri"/>
              </a:rPr>
              <a:t>Gegenposition</a:t>
            </a:r>
          </a:p>
        </p:txBody>
      </p:sp>
      <p:sp>
        <p:nvSpPr>
          <p:cNvPr id="23" name="TextBox 7">
            <a:extLst xmlns:a="http://schemas.openxmlformats.org/drawingml/2006/main">
              <a:ext uri="{FF2B5EF4-FFF2-40B4-BE49-F238E27FC236}">
                <a16:creationId xmlns:a16="http://schemas.microsoft.com/office/drawing/2014/main" id="{523CF06B-1D2D-4048-8060-10230C39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9541" y="3208500"/>
            <a:ext cx="1630564" cy="1362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91420" bIns="0">
            <a:no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19243F"/>
                </a:solidFill>
                <a:latin typeface="Calibri"/>
                <a:ea typeface="Calibri"/>
                <a:cs typeface="Calibri"/>
              </a:rPr>
              <a:t>07</a:t>
            </a:r>
            <a:r>
              <a:rPr sz="3200">
                <a:solidFill>
                  <a:srgbClr val="19243F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r>
              <a:rPr sz="1100" cap="all">
                <a:solidFill>
                  <a:srgbClr val="19243F"/>
                </a:solidFill>
                <a:latin typeface="Calibri"/>
                <a:ea typeface="Calibri"/>
                <a:cs typeface="Calibri"/>
              </a:rPr>
              <a:t>Ergebnis</a:t>
            </a:r>
          </a:p>
        </p:txBody>
      </p:sp>
      <p:sp>
        <p:nvSpPr>
          <p:cNvPr id="24" name="TextBox 8">
            <a:extLst xmlns:a="http://schemas.openxmlformats.org/drawingml/2006/main">
              <a:ext uri="{FF2B5EF4-FFF2-40B4-BE49-F238E27FC236}">
                <a16:creationId xmlns:a16="http://schemas.microsoft.com/office/drawing/2014/main" id="{B09EF346-4BFD-404C-B654-7B70DE1A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144" y="3208500"/>
            <a:ext cx="1631694" cy="1362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91420" bIns="0">
            <a:no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19243F"/>
                </a:solidFill>
                <a:latin typeface="Calibri"/>
                <a:ea typeface="Calibri"/>
                <a:cs typeface="Calibri"/>
              </a:rPr>
              <a:t>08</a:t>
            </a:r>
            <a:r>
              <a:rPr sz="2800">
                <a:solidFill>
                  <a:srgbClr val="19243F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r>
              <a:rPr sz="1100" cap="all">
                <a:solidFill>
                  <a:srgbClr val="19243F"/>
                </a:solidFill>
                <a:latin typeface="Calibri"/>
                <a:ea typeface="Calibri"/>
                <a:cs typeface="Calibri"/>
              </a:rPr>
              <a:t>Konsequenzen</a:t>
            </a:r>
          </a:p>
        </p:txBody>
      </p:sp>
      <p:sp>
        <p:nvSpPr>
          <p:cNvPr id="25" name="TextBox 9">
            <a:extLst xmlns:a="http://schemas.openxmlformats.org/drawingml/2006/main">
              <a:ext uri="{FF2B5EF4-FFF2-40B4-BE49-F238E27FC236}">
                <a16:creationId xmlns:a16="http://schemas.microsoft.com/office/drawing/2014/main" id="{F6FC0D6A-C1D5-4761-A8F2-42160F65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1877" y="3208500"/>
            <a:ext cx="1645919" cy="137053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91420" bIns="0">
            <a:no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19243F"/>
                </a:solidFill>
                <a:latin typeface="Calibri"/>
                <a:ea typeface="Calibri"/>
                <a:cs typeface="Calibri"/>
              </a:rPr>
              <a:t>09</a:t>
            </a:r>
            <a:r>
              <a:rPr sz="3200">
                <a:solidFill>
                  <a:srgbClr val="19243F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r>
              <a:rPr sz="1100" cap="all">
                <a:solidFill>
                  <a:srgbClr val="19243F"/>
                </a:solidFill>
                <a:latin typeface="Calibri"/>
                <a:ea typeface="Calibri"/>
                <a:cs typeface="Calibri"/>
              </a:rPr>
              <a:t>Diskussion</a:t>
            </a:r>
          </a:p>
        </p:txBody>
      </p:sp>
      <p:sp>
        <p:nvSpPr>
          <p:cNvPr id="26" name="TextBox 10">
            <a:extLst xmlns:a="http://schemas.openxmlformats.org/drawingml/2006/main">
              <a:ext uri="{FF2B5EF4-FFF2-40B4-BE49-F238E27FC236}">
                <a16:creationId xmlns:a16="http://schemas.microsoft.com/office/drawing/2014/main" id="{08F4AB25-8503-4950-B0D9-DC3B1582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836" y="3208500"/>
            <a:ext cx="1635336" cy="13629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91420" bIns="0">
            <a:noAutofit/>
          </a:bodyPr>
          <a:lstStyle xmlns:a="http://schemas.openxmlformats.org/drawingml/2006/main"/>
          <a:p xmlns:a="http://schemas.openxmlformats.org/drawingml/2006/main">
            <a:r>
              <a:rPr sz="3200" b="1">
                <a:solidFill>
                  <a:srgbClr val="19243F"/>
                </a:solidFill>
                <a:latin typeface="Calibri"/>
                <a:ea typeface="Calibri"/>
                <a:cs typeface="Calibri"/>
              </a:rPr>
              <a:t>10</a:t>
            </a:r>
            <a:r>
              <a:rPr sz="3200">
                <a:solidFill>
                  <a:srgbClr val="19243F"/>
                </a:solidFill>
                <a:latin typeface="Calibri"/>
                <a:ea typeface="Calibri"/>
                <a:cs typeface="Calibri"/>
              </a:rPr>
              <a:t> </a:t>
            </a:r>
          </a:p>
          <a:p xmlns:a="http://schemas.openxmlformats.org/drawingml/2006/main">
            <a:r>
              <a:rPr sz="1100" cap="all">
                <a:solidFill>
                  <a:srgbClr val="19243F"/>
                </a:solidFill>
                <a:latin typeface="Calibri"/>
                <a:ea typeface="Calibri"/>
                <a:cs typeface="Calibri"/>
              </a:rPr>
              <a:t>Vertiefung</a:t>
            </a:r>
          </a:p>
        </p:txBody>
      </p:sp>
    </p:spTree>
    <p:extLst>
      <p:ext uri="{BB962C8B-B14F-4D97-AF65-F5344CB8AC3E}">
        <p14:creationId xmlns:p14="http://schemas.microsoft.com/office/powerpoint/2010/main" val="8981387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bschluss">
            <a:extLst xmlns:a="http://schemas.openxmlformats.org/drawingml/2006/main">
              <a:ext uri="{FF2B5EF4-FFF2-40B4-BE49-F238E27FC236}">
                <a16:creationId xmlns:a16="http://schemas.microsoft.com/office/drawing/2014/main" id="{8EAA1586-CD8F-489B-A140-4B3E60E5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>
                <a:solidFill>
                  <a:srgbClr val="EA5474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3000">
                <a:solidFill>
                  <a:srgbClr val="EA5474"/>
                </a:solidFill>
                <a:latin typeface="Franklin Gothic Book"/>
                <a:ea typeface="Franklin Gothic Book"/>
                <a:cs typeface="Franklin Gothic Book"/>
              </a:rPr>
              <a:t>Vielen Dank.</a:t>
            </a:r>
          </a:p>
        </p:txBody>
      </p:sp>
      <p:sp>
        <p:nvSpPr>
          <p:cNvPr id="2" name="Diskussion">
            <a:extLst xmlns:a="http://schemas.openxmlformats.org/drawingml/2006/main">
              <a:ext uri="{FF2B5EF4-FFF2-40B4-BE49-F238E27FC236}">
                <a16:creationId xmlns:a16="http://schemas.microsoft.com/office/drawing/2014/main" id="{414C73F9-0C1F-4450-B5A9-2ADFE920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2025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Fragen und Diskussion</a:t>
            </a:r>
          </a:p>
        </p:txBody>
      </p:sp>
      <p:sp>
        <p:nvSpPr>
          <p:cNvPr id="3" name="Referent">
            <a:extLst xmlns:a="http://schemas.openxmlformats.org/drawingml/2006/main">
              <a:ext uri="{FF2B5EF4-FFF2-40B4-BE49-F238E27FC236}">
                <a16:creationId xmlns:a16="http://schemas.microsoft.com/office/drawing/2014/main" id="{4B28366F-E530-4BBD-80FB-2B560975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defRPr>
            </a:pPr>
            <a:r>
              <a:rPr sz="1275">
                <a:solidFill>
                  <a:srgbClr val="FFFFFF"/>
                </a:solidFill>
                <a:latin typeface="Franklin Gothic Book"/>
                <a:ea typeface="Franklin Gothic Book"/>
                <a:cs typeface="Franklin Gothic Book"/>
              </a:rPr>
              <a:t>[Name und freigegebener Kontakt]</a:t>
            </a:r>
          </a:p>
        </p:txBody>
      </p:sp>
    </p:spTree>
    <p:extLst>
      <p:ext uri="{BB962C8B-B14F-4D97-AF65-F5344CB8AC3E}">
        <p14:creationId xmlns:p14="http://schemas.microsoft.com/office/powerpoint/2010/main" val="441914991"/>
      </p:ext>
    </p:extLst>
  </p:cSld>
</p:sld>
</file>

<file path=ppt/theme/theme1.xml><?xml version="1.0" encoding="utf-8"?>
<a:theme xmlns:a="http://schemas.openxmlformats.org/drawingml/2006/main" name="Juristische Präsentation_PPTX">
  <a:themeElements>
    <a:clrScheme name="Juristische Präsentation Palette">
      <a:dk1>
        <a:srgbClr val="19243F"/>
      </a:dk1>
      <a:lt1>
        <a:srgbClr val="F7F7F7"/>
      </a:lt1>
      <a:dk2>
        <a:srgbClr val="000000"/>
      </a:dk2>
      <a:lt2>
        <a:srgbClr val="EA5474"/>
      </a:lt2>
      <a:accent1>
        <a:srgbClr val="19243F"/>
      </a:accent1>
      <a:accent2>
        <a:srgbClr val="626078"/>
      </a:accent2>
      <a:accent3>
        <a:srgbClr val="8A334A"/>
      </a:accent3>
      <a:accent4>
        <a:srgbClr val="F4A2AC"/>
      </a:accent4>
      <a:accent5>
        <a:srgbClr val="E5E2E2"/>
      </a:accent5>
      <a:accent6>
        <a:srgbClr val="FCFBFC"/>
      </a:accent6>
      <a:hlink>
        <a:srgbClr val="626078"/>
      </a:hlink>
      <a:folHlink>
        <a:srgbClr val="19243F"/>
      </a:folHlink>
    </a:clrScheme>
    <a:fontScheme name="Custom 67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Juristische Präsentation Palett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>
          <a:solidFill>
            <a:schemeClr val="phClr"/>
          </a:solidFill>
          <a:prstDash val="solid"/>
        </a:ln>
        <a:ln w="10795">
          <a:solidFill>
            <a:schemeClr val="phClr"/>
          </a:solidFill>
          <a:prstDash val="solid"/>
        </a:ln>
        <a:ln w="17145">
          <a:solidFill>
            <a:schemeClr val="phClr">
              <a:shade val="95000"/>
              <a:satMod val="150000"/>
              <a:alpha val="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PresentationFormat>16:9</ap:PresentationFormat>
  <ap:Slides>6</ap:Slides>
  <ap:Notes>6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Juristische Präsentation - neutrale Vorlage</dc:title>
</coreProperties>
</file>