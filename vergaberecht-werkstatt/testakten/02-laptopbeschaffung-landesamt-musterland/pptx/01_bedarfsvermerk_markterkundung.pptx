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Bedarfsvermerk Rahmenvertrag mobile Endgeräte</a:t>
            </a:r>
          </a:p>
        </p:txBody>
      </p:sp>
      <p:sp>
        <p:nvSpPr>
          <p:cNvPr id="3" name="Subtitle 2"/>
          <p:cNvSpPr>
            <a:spLocks noGrp="1"/>
          </p:cNvSpPr>
          <p:nvPr>
            <p:ph type="subTitle" idx="1"/>
          </p:nvPr>
        </p:nvSpPr>
        <p:spPr/>
        <p:txBody>
          <a:bodyPr/>
          <a:lstStyle/>
          <a:p>
            <a:r>
              <a:t>Landesamt für Digitalisierung Musterland</a:t>
            </a:r>
          </a:p>
          <a:p>
            <a:r>
              <a:t>22.04.2026</a:t>
            </a:r>
          </a:p>
          <a:p>
            <a:r>
              <a:t>Az: LAD-IT-2026-044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Ausgangslage</a:t>
            </a:r>
          </a:p>
        </p:txBody>
      </p:sp>
      <p:sp>
        <p:nvSpPr>
          <p:cNvPr id="3" name="Content Placeholder 2"/>
          <p:cNvSpPr>
            <a:spLocks noGrp="1"/>
          </p:cNvSpPr>
          <p:nvPr>
            <p:ph idx="1"/>
          </p:nvPr>
        </p:nvSpPr>
        <p:spPr/>
        <p:txBody>
          <a:bodyPr wrap="square"/>
          <a:lstStyle/>
          <a:p>
            <a:pPr/>
            <a:r>
              <a:rPr sz="1400"/>
              <a:t>Das Landesamt betreibt 800 mobile Arbeitsplätze. Die vorhandenen Geräte erreichen im Jahr 2026 das Ende des Supportzyklus. Für Außendienst, Heimarbeit und Krisenstabsfähigkeit werden einheitliche, verwaltbare Endgeräte mit Docking, Monitorfähigkeit und Vor-Ort-Service benötigt.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Beschaffungsbedarf</a:t>
            </a:r>
          </a:p>
        </p:txBody>
      </p:sp>
      <p:sp>
        <p:nvSpPr>
          <p:cNvPr id="3" name="Content Placeholder 2"/>
          <p:cNvSpPr>
            <a:spLocks noGrp="1"/>
          </p:cNvSpPr>
          <p:nvPr>
            <p:ph idx="1"/>
          </p:nvPr>
        </p:nvSpPr>
        <p:spPr/>
        <p:txBody>
          <a:bodyPr wrap="square"/>
          <a:lstStyle/>
          <a:p>
            <a:pPr/>
            <a:r>
              <a:rPr sz="1400"/>
              <a:t>Beschafft werden 800 Business-Laptops, Dockingstations, Netzteile, Mäuse, Tastaturen, Transporttaschen und ein Vor-Ort-Service über 36 Monate. Die Geräte müssen in das zentrale Mobile-Device-Management integrierbar sein. Die Ausschreibung darf keinen Hersteller faktisch bevorzugen.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Markterkundung nach § 28 VgV</a:t>
            </a:r>
          </a:p>
        </p:txBody>
      </p:sp>
      <p:sp>
        <p:nvSpPr>
          <p:cNvPr id="3" name="Content Placeholder 2"/>
          <p:cNvSpPr>
            <a:spLocks noGrp="1"/>
          </p:cNvSpPr>
          <p:nvPr>
            <p:ph idx="1"/>
          </p:nvPr>
        </p:nvSpPr>
        <p:spPr/>
        <p:txBody>
          <a:bodyPr wrap="square"/>
          <a:lstStyle/>
          <a:p>
            <a:pPr/>
            <a:r>
              <a:rPr sz="1400"/>
              <a:t>Die Vergabestelle hat drei Hersteller und drei Reseller zu marktüblichen Spezifikationen befragt. Ergebnis: CPU-Leistung, Arbeitsspeicher, SSD, Display, Akkulaufzeit und Service Level lassen sich produktneutral beschreiben. Markenbezeichnungen sind nicht erforderlich.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Entscheidung</a:t>
            </a:r>
          </a:p>
        </p:txBody>
      </p:sp>
      <p:sp>
        <p:nvSpPr>
          <p:cNvPr id="3" name="Content Placeholder 2"/>
          <p:cNvSpPr>
            <a:spLocks noGrp="1"/>
          </p:cNvSpPr>
          <p:nvPr>
            <p:ph idx="1"/>
          </p:nvPr>
        </p:nvSpPr>
        <p:spPr/>
        <p:txBody>
          <a:bodyPr wrap="square"/>
          <a:lstStyle/>
          <a:p>
            <a:pPr/>
            <a:r>
              <a:rPr sz="1400"/>
              <a:t>Die Beschaffung erfolgt als EU-weites offenes Verfahren. Die Leistungsbeschreibung nutzt Mindestparameter und Gleichwertigkeitsklauseln. Energieeffizienz wird über objektive Nachweise bewertet, ohne ein einzelnes Umweltzeichen exklusiv vorzuschreiben.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Bedarfsvermerk Rahmenvertrag mobile Endgeräte</dc:title>
  <dc:subject>Bedarfsvermerk | Az. LAD-IT-2026-044</dc:subject>
  <dc:creator>Landesamt für Digitalisierung Musterland</dc:creator>
  <cp:keywords>Vergaberecht, LAD-IT-2026-044, Bedarfsvermerk</cp:keywords>
  <dc:description>generated using python-pptx</dc:description>
  <cp:lastModifiedBy>Landesamt für Digitalisierung Musterland</cp:lastModifiedBy>
  <cp:revision>1</cp:revision>
  <dcterms:created xsi:type="dcterms:W3CDTF">2000-01-01T00:00:00Z</dcterms:created>
  <dcterms:modified xsi:type="dcterms:W3CDTF">2000-01-01T00:00:00Z</dcterms:modified>
  <cp:category>Vergabeakte</cp:category>
</cp:coreProperties>
</file>