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Formcheck Angebotsabgabe Stadthalle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Hochbau Mustermann GmbH</a:t>
            </a:r>
          </a:p>
          <a:p>
            <a:r>
              <a:t>14.07.2026</a:t>
            </a:r>
          </a:p>
          <a:p>
            <a:r>
              <a:t>Az: HM-2026-BAU-018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Formcheck Angebotsabgabe Stadthalle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Prüfschritt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Status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Bemerkung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GAEB X84 erzeugt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erledigt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Export aus Kalkulationssystem am 14.07.2026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Angebotsschreiben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erledigt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Textform, vertretungsberechtigte Person benannt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Eignungsnachweise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erledigt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PQ-VOB plus drei Projektreferenzen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Bieterfragen berücksichtigt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erledigt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Antworten 1 bis 6 eingearbeitet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Rügefolgen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offen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Angebot wird hilfsweise auf Basis der unveränderten Unterlagen abgegeben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Geschäftsgeheimnisse markiert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erledigt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Kalkulationsblatt intern, nicht als Anlage hochgeladen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Abgabevermerk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Die elektronische Angebotsabgabe soll spätestens am 15.07.2026 um 10:00 Uhr abgeschlossen sein. Upload, Signatur/Textform und Empfangsbestätigung werden als PDF in der Projektakte abgelegt.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Formcheck Angebotsabgabe Stadthalle</dc:title>
  <dc:subject>Angebotsabgabe-Checkliste | Az. HM-2026-BAU-018</dc:subject>
  <dc:creator>Hochbau Mustermann GmbH</dc:creator>
  <cp:keywords>Vergaberecht, HM-2026-BAU-018, Angebotsabgabe-Checkliste</cp:keywords>
  <dc:description>generated using python-pptx</dc:description>
  <cp:lastModifiedBy>Hochbau Mustermann GmbH</cp:lastModifiedBy>
  <cp:revision>1</cp:revision>
  <dcterms:created xsi:type="dcterms:W3CDTF">2000-01-01T00:00:00Z</dcterms:created>
  <dcterms:modified xsi:type="dcterms:W3CDTF">2000-01-01T00:00:00Z</dcterms:modified>
  <cp:category>Vergabeakte</cp:category>
</cp:coreProperties>
</file>