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Prüfnotiz Teilnahmewettbewerb Cybersicherheitsberatung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Beratung Mustertal GmbH</a:t>
            </a:r>
          </a:p>
          <a:p>
            <a:r>
              <a:t>04.07.2026</a:t>
            </a:r>
          </a:p>
          <a:p>
            <a:r>
              <a:t>Az: BM-2026-CYBER-005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Rollenentscheidung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Beratung Mustertal nimmt nicht allein teil, sondern bildet mit Beratung Norddeutschland GmbH eine Bietergemeinschaft. Dadurch werden Umsatz, Referenzen und Personalkapazität ohne Drittunternehmensleihe gebündelt.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Eignungslücken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Eignungslücken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/>
                        <a:t>Anforderung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Beratung Mustertal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Beratung Norddeutschland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1"/>
                        <a:t>Ergebnis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Umsatz 5 Mio. EUR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4.2 Mio. EUR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1.1 Mio. EUR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gemeinsam erfüllt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fünf Referenzen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drei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zwei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gemeinsam erfüllt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OSCP/CISSP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sechs Personen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drei Personen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erfüllt</a:t>
                      </a:r>
                    </a:p>
                  </a:txBody>
                  <a:tcPr marL="64008" marR="64008" marT="36576" marB="36576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/>
                        <a:t>24/7-Reaktionsdienst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nur werktags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Rufbereitschaft</a:t>
                      </a:r>
                    </a:p>
                  </a:txBody>
                  <a:tcPr marL="64008" marR="64008" marT="36576" marB="36576"/>
                </a:tc>
                <a:tc>
                  <a:txBody>
                    <a:bodyPr/>
                    <a:lstStyle/>
                    <a:p>
                      <a:r>
                        <a:rPr sz="1050" b="0"/>
                        <a:t>Konzept erforderlich</a:t>
                      </a:r>
                    </a:p>
                  </a:txBody>
                  <a:tcPr marL="64008" marR="6400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Vergaberisiko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Die Auswahlmatrix enthält ein Distanzkriterium zum Ministeriumssitz. Dieses Kriterium ist erkennbar diskriminierend, wenn es nicht als konkrete Reaktionszeit, sondern als Sitznähe bewertet wird. Rüge wird vorbereitet.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Prüfnotiz Teilnahmewettbewerb Cybersicherheitsberatung</dc:title>
  <dc:subject>Prüfnotiz Teilnahmewettbewerb | Az. BM-2026-CYBER-005</dc:subject>
  <dc:creator>Beratung Mustertal GmbH</dc:creator>
  <cp:keywords>Vergaberecht, BM-2026-CYBER-005, Prüfnotiz Teilnahmewettbewerb</cp:keywords>
  <dc:description>generated using python-pptx</dc:description>
  <cp:lastModifiedBy>Beratung Mustertal GmbH</cp:lastModifiedBy>
  <cp:revision>1</cp:revision>
  <dcterms:created xsi:type="dcterms:W3CDTF">2000-01-01T00:00:00Z</dcterms:created>
  <dcterms:modified xsi:type="dcterms:W3CDTF">2000-01-01T00:00:00Z</dcterms:modified>
  <cp:category>Vergabeakte</cp:category>
</cp:coreProperties>
</file>