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Auftragnehmerinsolvenz und geplanter Eintritt der Erwerberin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Stadt Hafenburg - Amt für Digitalisierung</a:t>
            </a:r>
          </a:p>
          <a:p>
            <a:r>
              <a:t>29.10.2026</a:t>
            </a:r>
          </a:p>
          <a:p>
            <a:r>
              <a:t>Az: HB-IT-SERVICE-2026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Stammdaten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Stammdaten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Feld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Wert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Auftraggeber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Stadt Hafenburg, Amt für Digitalisierung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Verfahren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EU-weites offenes Verfahren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Aktenzeichen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HB-IT-SERVICE-2026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Auftragsgegenstand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Betrieb, Wartung und Vor-Ort-Support kommunaler Fachverfahren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Ursprünglicher Auftragnehmer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NordSys Services GmbH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Unterlegener Bieter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DataPortus GmbH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Geplanter Erwerber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NordSys Betriebserwerber GmbH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Zuschlag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15.03.2026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Vertragsbeginn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01.04.2026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Laufzeit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48 Monate plus zweimal 12 Monate Option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Netto-Auftragswert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3.840.000 EUR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Insolvenzantrag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18.10.2026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Stammdaten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/>
                        <a:t>Feld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Wert</a:t>
                      </a:r>
                    </a:p>
                  </a:txBody>
                  <a:tcPr marL="64008" marR="64008" marT="36576" marB="36576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/>
                        <a:t>Vorläufige Insolvenzverwaltung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Beschluss Amtsgericht Hafenburg vom 19.10.2026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Ursprüngliche Eignungsanforderungen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400"/>
              <a:t>Drei vergleichbare Referenzen für IT-Betrieb in kommunaler Umgebung.</a:t>
            </a:r>
          </a:p>
          <a:p>
            <a:pPr lvl="1"/>
            <a:r>
              <a:rPr sz="1400"/>
              <a:t>24/7-Störungsannahme.</a:t>
            </a:r>
          </a:p>
          <a:p>
            <a:pPr lvl="1"/>
            <a:r>
              <a:rPr sz="1400"/>
              <a:t>Mindestens 25 fest angestellte Supportkräfte.</a:t>
            </a:r>
          </a:p>
          <a:p>
            <a:pPr lvl="1"/>
            <a:r>
              <a:rPr sz="1400"/>
              <a:t>ISO 27001 oder gleichwertiges Informationssicherheitsmanagement.</a:t>
            </a:r>
          </a:p>
          <a:p>
            <a:pPr lvl="1"/>
            <a:r>
              <a:rPr sz="1400"/>
              <a:t>Betriebshaftpflicht mit Deckung 5.000.000 EUR.</a:t>
            </a:r>
          </a:p>
          <a:p>
            <a:pPr lvl="1"/>
            <a:r>
              <a:rPr sz="1400"/>
              <a:t>Kein zwingender oder fakultativer Ausschlussgrund nach §§ 123 und 124 GWB.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Insolvenz- und Erwerberkonzept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Der vorläufige Insolvenzverwalter plant eine übertragende Sanierung. Betriebsmittel, Kernpersonal, Ticket-System, Wartungsverträge und Kundenbetreuung sollen auf die NordSys Betriebserwerber GmbH übergehen. Die Erwerberin hat dieselben Geschäftsführer wie die sanierende Investorengruppe, ist aber eine neue Gesellschaft.</a:t>
            </a:r>
          </a:p>
          <a:p>
            <a:pPr/>
            <a:r>
              <a:rPr sz="1400"/>
              <a:t>Der Insolvenzplan sieht vor:</a:t>
            </a:r>
          </a:p>
          <a:p>
            <a:pPr lvl="1"/>
            <a:r>
              <a:rPr sz="1400"/>
              <a:t>1. Übernahme von 38 der 42 IT-Supportkräfte.</a:t>
            </a:r>
          </a:p>
          <a:p>
            <a:pPr lvl="1"/>
            <a:r>
              <a:rPr sz="1400"/>
              <a:t>2. Übernahme des Rechenzentrumsbetriebsvertrags.</a:t>
            </a:r>
          </a:p>
          <a:p>
            <a:pPr lvl="1"/>
            <a:r>
              <a:rPr sz="1400"/>
              <a:t>3. Fortführung der Service-Level-Agreements ohne Preisaufschlag.</a:t>
            </a:r>
          </a:p>
          <a:p>
            <a:pPr lvl="1"/>
            <a:r>
              <a:rPr sz="1400"/>
              <a:t>4. Übernahme der Gewährleistungs- und Datenschutzpflichten aus dem Vertrag.</a:t>
            </a:r>
          </a:p>
          <a:p>
            <a:pPr lvl="1"/>
            <a:r>
              <a:rPr sz="1400"/>
              <a:t>5. Keine Änderung von Leistungsumfang, Laufzeit oder Vergütungsmodell.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Streitpunkt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Die Vergabestelle will die Fortführung ohne neues Vergabeverfahren freigeben. DataPortus hält dies für eine verdeckte Direktvergabe an eine neue Gesellschaft und verlangt eine Neuausschreibung. Die Vergabestelle muss entscheiden, ob § 132 Abs. 2 Satz 1 Nr. 4 Buchstabe b GWB greift.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Auftragnehmerinsolvenz und geplanter Eintritt der Erwerberin</dc:title>
  <dc:subject>Sachverhaltschronologie | Az. HB-IT-SERVICE-2026</dc:subject>
  <dc:creator>Stadt Hafenburg - Amt für Digitalisierung</dc:creator>
  <cp:keywords>Vergaberecht, HB-IT-SERVICE-2026, Sachverhaltschronologie</cp:keywords>
  <dc:description>generated using python-pptx</dc:description>
  <cp:lastModifiedBy>Stadt Hafenburg - Amt für Digitalisierung</cp:lastModifiedBy>
  <cp:revision>1</cp:revision>
  <dcterms:created xsi:type="dcterms:W3CDTF">2000-01-01T00:00:00Z</dcterms:created>
  <dcterms:modified xsi:type="dcterms:W3CDTF">2000-01-01T00:00:00Z</dcterms:modified>
  <cp:category>Vergabeakte</cp:category>
</cp:coreProperties>
</file>