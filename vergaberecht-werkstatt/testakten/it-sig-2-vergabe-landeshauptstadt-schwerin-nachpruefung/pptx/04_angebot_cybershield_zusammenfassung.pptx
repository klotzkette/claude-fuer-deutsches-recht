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Angebotszusammenfassung CyberShield Defense GmbH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CyberShield Defense GmbH</a:t>
            </a:r>
          </a:p>
          <a:p>
            <a:r>
              <a:t>31.03.2026</a:t>
            </a:r>
          </a:p>
          <a:p>
            <a:r>
              <a:t>Az: VK 4/26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Angebotszusammenfassung CyberShield Defense GmbH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Aktenzeichen: 3 VK 4/26 Vorhabenbezeichnung: LH-SN-Cyber-SOC-NSV-2026 Bieter: CyberShield Defense GmbH, Alexanderstraße 7, 10178 Berlin Einreichungsdatum: 31.03.2026, 11:47 Uhr (fristgerecht) Angebots-ID: CS-LH-SN-2026-001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Bieter-Steckbrief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Bieter-Steckbrief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Merkmal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Wert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Firma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CyberShield Defense GmbH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Rechtsform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GmbH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Handelsregister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HRB 198432 B, Amtsgericht Berlin-Charlottenburg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Gründungsjahr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2014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Mitarbeiterzahl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127 (Stand 01.01.2026)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Umsatz IT-Sicherheit 2023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12,4 Mio. EUR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Umsatz IT-Sicherheit 2024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14,1 Mio. EUR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Umsatz IT-Sicherheit 2025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15,8 Mio. EUR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SOC-Standorte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Berlin (Hauptstandort), Frankfurt a.M. (Sekundärstandort)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Zertifizierungen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ISO/IEC 27001:2022 (TÜV Rheinland, gültig bis 04/2027), BSI-Grundschutz (Selbstbewertung)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Berufshaftpflicht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10 Mio. EUR je Schadensfall (Allianz Versicherungs-AG)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Angebotspreise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Gesamtpreisübersicht (netto, 4 Jahre Grundlaufzeit)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Optionsjahre (je 12 Monate):</a:t>
            </a:r>
          </a:p>
          <a:p>
            <a:pPr lvl="1"/>
            <a:r>
              <a:rPr sz="1400"/>
              <a:t>Option 1 (Jahr 5): 598.000 EUR</a:t>
            </a:r>
          </a:p>
          <a:p>
            <a:pPr lvl="1"/>
            <a:r>
              <a:rPr sz="1400"/>
              <a:t>Option 2 (Jahr 6): 612.000 EUR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Gesamtpreisübersicht (netto, 4 Jahre Grundlaufzeit)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Position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Jahrespreis netto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4-Jahres-Preis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Los 1: SOC Managed Service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420.000 EUR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1.680.000 EUR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Los 2: ISB-Beratung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165.000 EUR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660.000 EUR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Gesamtangebot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585.000 EUR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2.340.000 EUR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Preisstruktur Los 1 (Jahrespauschale netto)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Preisstruktur Los 1 (Jahrespauschale netto)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Leistungsbereich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Betrag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SIEM-Betrieb (inkl. Lizenzen)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180.000 EUR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SOC-Analysten 24/7 (L1-L3)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160.000 EUR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Threat Intelligence (Feeds + Analyse)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35.000 EUR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Vulnerability Management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25.000 EUR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Incident Response Bereitschaft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20.000 EUR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Summe Los 1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420.000 EUR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Konzeptbeschreibung (Auszug)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SOC-Konzept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CyberShield betreibt sein SOC seit Januar 2020 in einem eigenständigen, nach ISO 27001 zertifizierten Hochsicherheits-Rechenzentrum in Berlin-Adlershof. Das SOC ist besetzt mit:</a:t>
            </a:r>
          </a:p>
          <a:p>
            <a:pPr lvl="1"/>
            <a:r>
              <a:rPr sz="1400"/>
              <a:t>8 SOC-Analysten L1 (Schichtbetrieb 24/7)</a:t>
            </a:r>
          </a:p>
          <a:p>
            <a:pPr lvl="1"/>
            <a:r>
              <a:rPr sz="1400"/>
              <a:t>4 SOC-Analysten L2 (Tagesschicht + Rufbereitschaft)</a:t>
            </a:r>
          </a:p>
          <a:p>
            <a:pPr lvl="1"/>
            <a:r>
              <a:rPr sz="1400"/>
              <a:t>2 SOC-Analysten L3 / Incident Responder (Rufbereitschaft 24/7)</a:t>
            </a:r>
          </a:p>
          <a:p>
            <a:pPr/>
            <a:r>
              <a:rPr sz="1400"/>
              <a:t>Als SIEM-Plattform kommt IBM QRadar SIEM (Enterprise Edition) zum Einsatz, ergänzt durch ein selbstentwickeltes OT-Monitoring-Modul auf Basis von Claroty-Sensoren (passives OT-Monitoring).</a:t>
            </a:r>
          </a:p>
          <a:p>
            <a:pPr/>
            <a:r>
              <a:rPr sz="1400"/>
              <a:t>CyberShield hat in den Jahren 2022-2025 drei Managed-SOC-Verträge mit KRITIS-Betreibern (Stadtwerke-Verbund) erfolgreich erbracht. Die Referenzen sind in der Anlage Referenzliste (Aktenstück 05) dokumentiert.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ISB-Beratungskonzept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Als ISB wird Herr Dipl.-Ing. Marcus Karpinski (CISM, BSI-Grundschutz-Auditor) eingesetzt. Herr Karpinski verfügt über 12 Jahre Erfahrung in der IT-Sicherheitsberatung kommunaler Unternehmen und hat zuletzt als externer ISB bei den Stadtwerken Rostock GmbH gewirkt.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OT-Kompetenz ÖPNV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CyberShield weist in seinem Konzept auf folgende OT-spezifische Kompetenzen hin:</a:t>
            </a:r>
          </a:p>
          <a:p>
            <a:pPr lvl="1"/>
            <a:r>
              <a:rPr sz="1400"/>
              <a:t>Durchgeführte OT-Security-Assessments für Stadtwerke mit Straßenbahnbetrieb</a:t>
            </a:r>
          </a:p>
          <a:p>
            <a:pPr lvl="1"/>
            <a:r>
              <a:rPr sz="1400"/>
              <a:t>Kenntnisse IEC 62443 (Industrial Cybersecurity Standard)</a:t>
            </a:r>
          </a:p>
          <a:p>
            <a:pPr lvl="1"/>
            <a:r>
              <a:rPr sz="1400"/>
              <a:t>Anbindung an BSI-Informationsverbund KRITIS (ICS-CERT-Partner)</a:t>
            </a:r>
          </a:p>
          <a:p>
            <a:pPr lvl="1"/>
            <a:r>
              <a:rPr sz="1400"/>
              <a:t>Aktives Mitglied UP KRITIS (Arbeitsgruppe Verkehr und Infrastruktur)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Formale Vollständigkeit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Formale Vollständigkeit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Unterlage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Vorhanden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Unterzeichnetes Angebotsanschreiben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✓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Preisblatt vollständig ausgefüllt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✓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Eigenerklärung Ausschlussgründe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✓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Umsatzerklärung (testiert)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✓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Versicherungsnachweis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✓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ISO 27001-Zertifikat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✓ (gültig bis 04/2027)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Referenzblätter (3 Stück)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✓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Lebensläufe Schlüsselpersonal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✓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SOC-Konzept (26 Seiten)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✓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ISB-Konzept (12 Seiten)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✓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Datenschutzkonzept + AVV-Entwurf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✓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Angebotszusammenfassung CyberShield Defense GmbH</dc:title>
  <dc:subject>Vergabeakte | Az. VK 4/26</dc:subject>
  <dc:creator>CyberShield Defense GmbH</dc:creator>
  <cp:keywords>Vergaberecht, VK 4/26</cp:keywords>
  <dc:description>generated using python-pptx</dc:description>
  <cp:lastModifiedBy>CyberShield Defense GmbH</cp:lastModifiedBy>
  <cp:revision>1</cp:revision>
  <dcterms:created xsi:type="dcterms:W3CDTF">2000-01-01T00:00:00Z</dcterms:created>
  <dcterms:modified xsi:type="dcterms:W3CDTF">2000-01-01T00:00:00Z</dcterms:modified>
  <cp:category>Vergabeakte</cp:category>
</cp:coreProperties>
</file>